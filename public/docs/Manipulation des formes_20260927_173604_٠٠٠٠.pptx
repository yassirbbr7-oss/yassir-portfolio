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mo Bold" charset="1" panose="020B0704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jpeg" Type="http://schemas.openxmlformats.org/officeDocument/2006/relationships/image"/><Relationship Id="rId22" Target="../media/image21.jpe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png" Type="http://schemas.openxmlformats.org/officeDocument/2006/relationships/image"/><Relationship Id="rId16" Target="../media/image36.png" Type="http://schemas.openxmlformats.org/officeDocument/2006/relationships/image"/><Relationship Id="rId17" Target="../media/image37.png" Type="http://schemas.openxmlformats.org/officeDocument/2006/relationships/image"/><Relationship Id="rId18" Target="../media/image38.png" Type="http://schemas.openxmlformats.org/officeDocument/2006/relationships/image"/><Relationship Id="rId19" Target="../media/image39.png" Type="http://schemas.openxmlformats.org/officeDocument/2006/relationships/image"/><Relationship Id="rId2" Target="../media/image22.png" Type="http://schemas.openxmlformats.org/officeDocument/2006/relationships/image"/><Relationship Id="rId20" Target="../media/image40.png" Type="http://schemas.openxmlformats.org/officeDocument/2006/relationships/image"/><Relationship Id="rId21" Target="../media/image41.png" Type="http://schemas.openxmlformats.org/officeDocument/2006/relationships/image"/><Relationship Id="rId22" Target="../media/image42.png" Type="http://schemas.openxmlformats.org/officeDocument/2006/relationships/image"/><Relationship Id="rId23" Target="../media/image43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0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png" Type="http://schemas.openxmlformats.org/officeDocument/2006/relationships/image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57.png" Type="http://schemas.openxmlformats.org/officeDocument/2006/relationships/image"/><Relationship Id="rId7" Target="../media/image58.svg" Type="http://schemas.openxmlformats.org/officeDocument/2006/relationships/image"/><Relationship Id="rId8" Target="../media/image59.png" Type="http://schemas.openxmlformats.org/officeDocument/2006/relationships/image"/><Relationship Id="rId9" Target="../media/image6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Relationship Id="rId3" Target="../media/image64.sv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Relationship Id="rId6" Target="../media/image20.jpeg" Type="http://schemas.openxmlformats.org/officeDocument/2006/relationships/image"/><Relationship Id="rId7" Target="../media/image2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png" Type="http://schemas.openxmlformats.org/officeDocument/2006/relationships/image"/><Relationship Id="rId12" Target="../media/image75.png" Type="http://schemas.openxmlformats.org/officeDocument/2006/relationships/image"/><Relationship Id="rId13" Target="../media/image76.png" Type="http://schemas.openxmlformats.org/officeDocument/2006/relationships/image"/><Relationship Id="rId14" Target="../media/image77.png" Type="http://schemas.openxmlformats.org/officeDocument/2006/relationships/image"/><Relationship Id="rId15" Target="../media/image78.png" Type="http://schemas.openxmlformats.org/officeDocument/2006/relationships/image"/><Relationship Id="rId2" Target="../media/image67.png" Type="http://schemas.openxmlformats.org/officeDocument/2006/relationships/image"/><Relationship Id="rId3" Target="../media/image68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69.png" Type="http://schemas.openxmlformats.org/officeDocument/2006/relationships/image"/><Relationship Id="rId7" Target="../media/image70.svg" Type="http://schemas.openxmlformats.org/officeDocument/2006/relationships/image"/><Relationship Id="rId8" Target="../media/image71.png" Type="http://schemas.openxmlformats.org/officeDocument/2006/relationships/image"/><Relationship Id="rId9" Target="../media/image7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Relationship Id="rId3" Target="../media/image80.svg" Type="http://schemas.openxmlformats.org/officeDocument/2006/relationships/image"/><Relationship Id="rId4" Target="../media/image81.png" Type="http://schemas.openxmlformats.org/officeDocument/2006/relationships/image"/><Relationship Id="rId5" Target="../media/image8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png" Type="http://schemas.openxmlformats.org/officeDocument/2006/relationships/image"/><Relationship Id="rId11" Target="../media/image90.svg" Type="http://schemas.openxmlformats.org/officeDocument/2006/relationships/image"/><Relationship Id="rId12" Target="../media/image91.png" Type="http://schemas.openxmlformats.org/officeDocument/2006/relationships/image"/><Relationship Id="rId13" Target="../media/image92.svg" Type="http://schemas.openxmlformats.org/officeDocument/2006/relationships/image"/><Relationship Id="rId14" Target="../media/image57.png" Type="http://schemas.openxmlformats.org/officeDocument/2006/relationships/image"/><Relationship Id="rId15" Target="../media/image58.svg" Type="http://schemas.openxmlformats.org/officeDocument/2006/relationships/image"/><Relationship Id="rId16" Target="../media/image20.jpeg" Type="http://schemas.openxmlformats.org/officeDocument/2006/relationships/image"/><Relationship Id="rId17" Target="../media/image21.jpeg" Type="http://schemas.openxmlformats.org/officeDocument/2006/relationships/image"/><Relationship Id="rId2" Target="../media/image83.png" Type="http://schemas.openxmlformats.org/officeDocument/2006/relationships/image"/><Relationship Id="rId3" Target="../media/image84.svg" Type="http://schemas.openxmlformats.org/officeDocument/2006/relationships/image"/><Relationship Id="rId4" Target="../media/image85.png" Type="http://schemas.openxmlformats.org/officeDocument/2006/relationships/image"/><Relationship Id="rId5" Target="../media/image86.svg" Type="http://schemas.openxmlformats.org/officeDocument/2006/relationships/image"/><Relationship Id="rId6" Target="../media/image87.png" Type="http://schemas.openxmlformats.org/officeDocument/2006/relationships/image"/><Relationship Id="rId7" Target="../media/image88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3.png" Type="http://schemas.openxmlformats.org/officeDocument/2006/relationships/image"/><Relationship Id="rId3" Target="../media/image94.svg" Type="http://schemas.openxmlformats.org/officeDocument/2006/relationships/image"/><Relationship Id="rId4" Target="../media/image95.png" Type="http://schemas.openxmlformats.org/officeDocument/2006/relationships/image"/><Relationship Id="rId5" Target="../media/image9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894" y="5776608"/>
            <a:ext cx="16484203" cy="867966"/>
          </a:xfrm>
          <a:custGeom>
            <a:avLst/>
            <a:gdLst/>
            <a:ahLst/>
            <a:cxnLst/>
            <a:rect r="r" b="b" t="t" l="l"/>
            <a:pathLst>
              <a:path h="867966" w="16484203">
                <a:moveTo>
                  <a:pt x="0" y="0"/>
                </a:moveTo>
                <a:lnTo>
                  <a:pt x="16484203" y="0"/>
                </a:lnTo>
                <a:lnTo>
                  <a:pt x="16484203" y="867965"/>
                </a:lnTo>
                <a:lnTo>
                  <a:pt x="0" y="867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2026148"/>
            <a:ext cx="1808893" cy="500062"/>
            <a:chOff x="0" y="0"/>
            <a:chExt cx="2411857" cy="6667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11857" cy="666750"/>
            </a:xfrm>
            <a:custGeom>
              <a:avLst/>
              <a:gdLst/>
              <a:ahLst/>
              <a:cxnLst/>
              <a:rect r="r" b="b" t="t" l="l"/>
              <a:pathLst>
                <a:path h="666750" w="2411857">
                  <a:moveTo>
                    <a:pt x="0" y="333375"/>
                  </a:moveTo>
                  <a:cubicBezTo>
                    <a:pt x="0" y="149225"/>
                    <a:pt x="149225" y="0"/>
                    <a:pt x="333375" y="0"/>
                  </a:cubicBezTo>
                  <a:lnTo>
                    <a:pt x="2078482" y="0"/>
                  </a:lnTo>
                  <a:cubicBezTo>
                    <a:pt x="2262632" y="0"/>
                    <a:pt x="2411857" y="149225"/>
                    <a:pt x="2411857" y="333375"/>
                  </a:cubicBezTo>
                  <a:cubicBezTo>
                    <a:pt x="2411857" y="517525"/>
                    <a:pt x="2262632" y="666750"/>
                    <a:pt x="2078482" y="666750"/>
                  </a:cubicBezTo>
                  <a:lnTo>
                    <a:pt x="333375" y="666750"/>
                  </a:lnTo>
                  <a:cubicBezTo>
                    <a:pt x="149225" y="666750"/>
                    <a:pt x="0" y="517525"/>
                    <a:pt x="0" y="333375"/>
                  </a:cubicBezTo>
                  <a:close/>
                </a:path>
              </a:pathLst>
            </a:custGeom>
            <a:solidFill>
              <a:srgbClr val="F24E1E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910850" y="1985077"/>
            <a:ext cx="3525441" cy="582216"/>
          </a:xfrm>
          <a:custGeom>
            <a:avLst/>
            <a:gdLst/>
            <a:ahLst/>
            <a:cxnLst/>
            <a:rect r="r" b="b" t="t" l="l"/>
            <a:pathLst>
              <a:path h="582216" w="3525441">
                <a:moveTo>
                  <a:pt x="0" y="0"/>
                </a:moveTo>
                <a:lnTo>
                  <a:pt x="3525440" y="0"/>
                </a:lnTo>
                <a:lnTo>
                  <a:pt x="3525440" y="582215"/>
                </a:lnTo>
                <a:lnTo>
                  <a:pt x="0" y="582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30794" y="5962355"/>
            <a:ext cx="2225278" cy="496491"/>
          </a:xfrm>
          <a:custGeom>
            <a:avLst/>
            <a:gdLst/>
            <a:ahLst/>
            <a:cxnLst/>
            <a:rect r="r" b="b" t="t" l="l"/>
            <a:pathLst>
              <a:path h="496491" w="2225278">
                <a:moveTo>
                  <a:pt x="0" y="0"/>
                </a:moveTo>
                <a:lnTo>
                  <a:pt x="2225278" y="0"/>
                </a:lnTo>
                <a:lnTo>
                  <a:pt x="2225278" y="496490"/>
                </a:lnTo>
                <a:lnTo>
                  <a:pt x="0" y="4964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02519" y="5962355"/>
            <a:ext cx="2268141" cy="496491"/>
          </a:xfrm>
          <a:custGeom>
            <a:avLst/>
            <a:gdLst/>
            <a:ahLst/>
            <a:cxnLst/>
            <a:rect r="r" b="b" t="t" l="l"/>
            <a:pathLst>
              <a:path h="496491" w="2268141">
                <a:moveTo>
                  <a:pt x="0" y="0"/>
                </a:moveTo>
                <a:lnTo>
                  <a:pt x="2268140" y="0"/>
                </a:lnTo>
                <a:lnTo>
                  <a:pt x="2268140" y="496490"/>
                </a:lnTo>
                <a:lnTo>
                  <a:pt x="0" y="4964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17116" y="5962355"/>
            <a:ext cx="2268141" cy="496491"/>
          </a:xfrm>
          <a:custGeom>
            <a:avLst/>
            <a:gdLst/>
            <a:ahLst/>
            <a:cxnLst/>
            <a:rect r="r" b="b" t="t" l="l"/>
            <a:pathLst>
              <a:path h="496491" w="2268141">
                <a:moveTo>
                  <a:pt x="0" y="0"/>
                </a:moveTo>
                <a:lnTo>
                  <a:pt x="2268140" y="0"/>
                </a:lnTo>
                <a:lnTo>
                  <a:pt x="2268140" y="496490"/>
                </a:lnTo>
                <a:lnTo>
                  <a:pt x="0" y="4964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731694" y="5962355"/>
            <a:ext cx="2282428" cy="496491"/>
          </a:xfrm>
          <a:custGeom>
            <a:avLst/>
            <a:gdLst/>
            <a:ahLst/>
            <a:cxnLst/>
            <a:rect r="r" b="b" t="t" l="l"/>
            <a:pathLst>
              <a:path h="496491" w="2282428">
                <a:moveTo>
                  <a:pt x="0" y="0"/>
                </a:moveTo>
                <a:lnTo>
                  <a:pt x="2282428" y="0"/>
                </a:lnTo>
                <a:lnTo>
                  <a:pt x="2282428" y="496490"/>
                </a:lnTo>
                <a:lnTo>
                  <a:pt x="0" y="4964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9391" y="7014267"/>
            <a:ext cx="4093369" cy="1350169"/>
          </a:xfrm>
          <a:custGeom>
            <a:avLst/>
            <a:gdLst/>
            <a:ahLst/>
            <a:cxnLst/>
            <a:rect r="r" b="b" t="t" l="l"/>
            <a:pathLst>
              <a:path h="1350169" w="4093369">
                <a:moveTo>
                  <a:pt x="0" y="0"/>
                </a:moveTo>
                <a:lnTo>
                  <a:pt x="4093368" y="0"/>
                </a:lnTo>
                <a:lnTo>
                  <a:pt x="4093368" y="1350169"/>
                </a:lnTo>
                <a:lnTo>
                  <a:pt x="0" y="13501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14400" y="8260852"/>
            <a:ext cx="3943350" cy="28575"/>
            <a:chOff x="0" y="0"/>
            <a:chExt cx="5257800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57800" cy="38100"/>
            </a:xfrm>
            <a:custGeom>
              <a:avLst/>
              <a:gdLst/>
              <a:ahLst/>
              <a:cxnLst/>
              <a:rect r="r" b="b" t="t" l="l"/>
              <a:pathLst>
                <a:path h="38100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ABCF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7089277"/>
            <a:ext cx="3943350" cy="85725"/>
            <a:chOff x="0" y="0"/>
            <a:chExt cx="5257800" cy="1143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57800" cy="114300"/>
            </a:xfrm>
            <a:custGeom>
              <a:avLst/>
              <a:gdLst/>
              <a:ahLst/>
              <a:cxnLst/>
              <a:rect r="r" b="b" t="t" l="l"/>
              <a:pathLst>
                <a:path h="114300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ABCF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7089277"/>
            <a:ext cx="28575" cy="1200150"/>
            <a:chOff x="0" y="0"/>
            <a:chExt cx="38100" cy="1600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38100">
                  <a:moveTo>
                    <a:pt x="0" y="0"/>
                  </a:moveTo>
                  <a:lnTo>
                    <a:pt x="38100" y="0"/>
                  </a:lnTo>
                  <a:lnTo>
                    <a:pt x="38100" y="1600200"/>
                  </a:lnTo>
                  <a:lnTo>
                    <a:pt x="0" y="1600200"/>
                  </a:lnTo>
                  <a:close/>
                </a:path>
              </a:pathLst>
            </a:custGeom>
            <a:solidFill>
              <a:srgbClr val="1ABCF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829175" y="7089277"/>
            <a:ext cx="28575" cy="1200150"/>
            <a:chOff x="0" y="0"/>
            <a:chExt cx="38100" cy="160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38100">
                  <a:moveTo>
                    <a:pt x="0" y="0"/>
                  </a:moveTo>
                  <a:lnTo>
                    <a:pt x="38100" y="0"/>
                  </a:lnTo>
                  <a:lnTo>
                    <a:pt x="38100" y="1600200"/>
                  </a:lnTo>
                  <a:lnTo>
                    <a:pt x="0" y="1600200"/>
                  </a:lnTo>
                  <a:close/>
                </a:path>
              </a:pathLst>
            </a:custGeom>
            <a:solidFill>
              <a:srgbClr val="1ABCFE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5011341" y="7014267"/>
            <a:ext cx="4093369" cy="1350169"/>
          </a:xfrm>
          <a:custGeom>
            <a:avLst/>
            <a:gdLst/>
            <a:ahLst/>
            <a:cxnLst/>
            <a:rect r="r" b="b" t="t" l="l"/>
            <a:pathLst>
              <a:path h="1350169" w="4093369">
                <a:moveTo>
                  <a:pt x="0" y="0"/>
                </a:moveTo>
                <a:lnTo>
                  <a:pt x="4093368" y="0"/>
                </a:lnTo>
                <a:lnTo>
                  <a:pt x="4093368" y="1350169"/>
                </a:lnTo>
                <a:lnTo>
                  <a:pt x="0" y="135016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5086350" y="8260852"/>
            <a:ext cx="3943350" cy="28575"/>
            <a:chOff x="0" y="0"/>
            <a:chExt cx="5257800" cy="38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57800" cy="38100"/>
            </a:xfrm>
            <a:custGeom>
              <a:avLst/>
              <a:gdLst/>
              <a:ahLst/>
              <a:cxnLst/>
              <a:rect r="r" b="b" t="t" l="l"/>
              <a:pathLst>
                <a:path h="38100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ACF8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086350" y="7089277"/>
            <a:ext cx="3943350" cy="85725"/>
            <a:chOff x="0" y="0"/>
            <a:chExt cx="5257800" cy="114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57800" cy="114300"/>
            </a:xfrm>
            <a:custGeom>
              <a:avLst/>
              <a:gdLst/>
              <a:ahLst/>
              <a:cxnLst/>
              <a:rect r="r" b="b" t="t" l="l"/>
              <a:pathLst>
                <a:path h="114300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ACF8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086350" y="7089277"/>
            <a:ext cx="28575" cy="1200150"/>
            <a:chOff x="0" y="0"/>
            <a:chExt cx="38100" cy="1600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1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38100">
                  <a:moveTo>
                    <a:pt x="0" y="0"/>
                  </a:moveTo>
                  <a:lnTo>
                    <a:pt x="38100" y="0"/>
                  </a:lnTo>
                  <a:lnTo>
                    <a:pt x="38100" y="1600200"/>
                  </a:lnTo>
                  <a:lnTo>
                    <a:pt x="0" y="1600200"/>
                  </a:lnTo>
                  <a:close/>
                </a:path>
              </a:pathLst>
            </a:custGeom>
            <a:solidFill>
              <a:srgbClr val="0ACF8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001125" y="7089277"/>
            <a:ext cx="28575" cy="1200150"/>
            <a:chOff x="0" y="0"/>
            <a:chExt cx="38100" cy="1600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1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38100">
                  <a:moveTo>
                    <a:pt x="0" y="0"/>
                  </a:moveTo>
                  <a:lnTo>
                    <a:pt x="38100" y="0"/>
                  </a:lnTo>
                  <a:lnTo>
                    <a:pt x="38100" y="1600200"/>
                  </a:lnTo>
                  <a:lnTo>
                    <a:pt x="0" y="1600200"/>
                  </a:lnTo>
                  <a:close/>
                </a:path>
              </a:pathLst>
            </a:custGeom>
            <a:solidFill>
              <a:srgbClr val="0ACF83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9183291" y="7014267"/>
            <a:ext cx="4093369" cy="1350169"/>
          </a:xfrm>
          <a:custGeom>
            <a:avLst/>
            <a:gdLst/>
            <a:ahLst/>
            <a:cxnLst/>
            <a:rect r="r" b="b" t="t" l="l"/>
            <a:pathLst>
              <a:path h="1350169" w="4093369">
                <a:moveTo>
                  <a:pt x="0" y="0"/>
                </a:moveTo>
                <a:lnTo>
                  <a:pt x="4093368" y="0"/>
                </a:lnTo>
                <a:lnTo>
                  <a:pt x="4093368" y="1350169"/>
                </a:lnTo>
                <a:lnTo>
                  <a:pt x="0" y="135016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9258300" y="8260852"/>
            <a:ext cx="3943350" cy="28575"/>
            <a:chOff x="0" y="0"/>
            <a:chExt cx="5257800" cy="38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57800" cy="38100"/>
            </a:xfrm>
            <a:custGeom>
              <a:avLst/>
              <a:gdLst/>
              <a:ahLst/>
              <a:cxnLst/>
              <a:rect r="r" b="b" t="t" l="l"/>
              <a:pathLst>
                <a:path h="38100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A259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258300" y="7089277"/>
            <a:ext cx="3943350" cy="85725"/>
            <a:chOff x="0" y="0"/>
            <a:chExt cx="5257800" cy="1143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57800" cy="114300"/>
            </a:xfrm>
            <a:custGeom>
              <a:avLst/>
              <a:gdLst/>
              <a:ahLst/>
              <a:cxnLst/>
              <a:rect r="r" b="b" t="t" l="l"/>
              <a:pathLst>
                <a:path h="114300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A259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258300" y="7089277"/>
            <a:ext cx="28575" cy="1200150"/>
            <a:chOff x="0" y="0"/>
            <a:chExt cx="38100" cy="1600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81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38100">
                  <a:moveTo>
                    <a:pt x="0" y="0"/>
                  </a:moveTo>
                  <a:lnTo>
                    <a:pt x="38100" y="0"/>
                  </a:lnTo>
                  <a:lnTo>
                    <a:pt x="38100" y="1600200"/>
                  </a:lnTo>
                  <a:lnTo>
                    <a:pt x="0" y="1600200"/>
                  </a:lnTo>
                  <a:close/>
                </a:path>
              </a:pathLst>
            </a:custGeom>
            <a:solidFill>
              <a:srgbClr val="A259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173075" y="7089277"/>
            <a:ext cx="28575" cy="1200150"/>
            <a:chOff x="0" y="0"/>
            <a:chExt cx="38100" cy="1600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1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38100">
                  <a:moveTo>
                    <a:pt x="0" y="0"/>
                  </a:moveTo>
                  <a:lnTo>
                    <a:pt x="38100" y="0"/>
                  </a:lnTo>
                  <a:lnTo>
                    <a:pt x="38100" y="1600200"/>
                  </a:lnTo>
                  <a:lnTo>
                    <a:pt x="0" y="1600200"/>
                  </a:lnTo>
                  <a:close/>
                </a:path>
              </a:pathLst>
            </a:custGeom>
            <a:solidFill>
              <a:srgbClr val="A259FF"/>
            </a:solid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13355241" y="7014267"/>
            <a:ext cx="4093369" cy="1350169"/>
          </a:xfrm>
          <a:custGeom>
            <a:avLst/>
            <a:gdLst/>
            <a:ahLst/>
            <a:cxnLst/>
            <a:rect r="r" b="b" t="t" l="l"/>
            <a:pathLst>
              <a:path h="1350169" w="4093369">
                <a:moveTo>
                  <a:pt x="0" y="0"/>
                </a:moveTo>
                <a:lnTo>
                  <a:pt x="4093368" y="0"/>
                </a:lnTo>
                <a:lnTo>
                  <a:pt x="4093368" y="1350169"/>
                </a:lnTo>
                <a:lnTo>
                  <a:pt x="0" y="135016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3430250" y="8260852"/>
            <a:ext cx="3943350" cy="28575"/>
            <a:chOff x="0" y="0"/>
            <a:chExt cx="5257800" cy="381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57800" cy="38100"/>
            </a:xfrm>
            <a:custGeom>
              <a:avLst/>
              <a:gdLst/>
              <a:ahLst/>
              <a:cxnLst/>
              <a:rect r="r" b="b" t="t" l="l"/>
              <a:pathLst>
                <a:path h="38100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24E1E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430250" y="7089277"/>
            <a:ext cx="3943350" cy="85725"/>
            <a:chOff x="0" y="0"/>
            <a:chExt cx="5257800" cy="1143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57800" cy="114300"/>
            </a:xfrm>
            <a:custGeom>
              <a:avLst/>
              <a:gdLst/>
              <a:ahLst/>
              <a:cxnLst/>
              <a:rect r="r" b="b" t="t" l="l"/>
              <a:pathLst>
                <a:path h="114300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24E1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430250" y="7089277"/>
            <a:ext cx="28575" cy="1200150"/>
            <a:chOff x="0" y="0"/>
            <a:chExt cx="38100" cy="1600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81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38100">
                  <a:moveTo>
                    <a:pt x="0" y="0"/>
                  </a:moveTo>
                  <a:lnTo>
                    <a:pt x="38100" y="0"/>
                  </a:lnTo>
                  <a:lnTo>
                    <a:pt x="38100" y="1600200"/>
                  </a:lnTo>
                  <a:lnTo>
                    <a:pt x="0" y="1600200"/>
                  </a:lnTo>
                  <a:close/>
                </a:path>
              </a:pathLst>
            </a:custGeom>
            <a:solidFill>
              <a:srgbClr val="F24E1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7345025" y="7089277"/>
            <a:ext cx="28575" cy="1200150"/>
            <a:chOff x="0" y="0"/>
            <a:chExt cx="38100" cy="1600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81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38100">
                  <a:moveTo>
                    <a:pt x="0" y="0"/>
                  </a:moveTo>
                  <a:lnTo>
                    <a:pt x="38100" y="0"/>
                  </a:lnTo>
                  <a:lnTo>
                    <a:pt x="38100" y="1600200"/>
                  </a:lnTo>
                  <a:lnTo>
                    <a:pt x="0" y="1600200"/>
                  </a:lnTo>
                  <a:close/>
                </a:path>
              </a:pathLst>
            </a:custGeom>
            <a:solidFill>
              <a:srgbClr val="F24E1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14438" y="6096295"/>
            <a:ext cx="300038" cy="228600"/>
            <a:chOff x="0" y="0"/>
            <a:chExt cx="400050" cy="304800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400050" cy="304800"/>
            </a:xfrm>
            <a:custGeom>
              <a:avLst/>
              <a:gdLst/>
              <a:ahLst/>
              <a:cxnLst/>
              <a:rect r="r" b="b" t="t" l="l"/>
              <a:pathLst>
                <a:path h="3048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125" r="0" b="-3125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914400" y="2821486"/>
            <a:ext cx="8896112" cy="159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8"/>
              </a:lnSpc>
            </a:pPr>
            <a:r>
              <a:rPr lang="en-US" sz="5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Manipulation des Formes </a:t>
            </a:r>
          </a:p>
          <a:p>
            <a:pPr algn="l">
              <a:lnSpc>
                <a:spcPts val="6208"/>
              </a:lnSpc>
            </a:pPr>
            <a:r>
              <a:rPr lang="en-US" sz="5400" b="true">
                <a:solidFill>
                  <a:srgbClr val="1ABCFE"/>
                </a:solidFill>
                <a:latin typeface="Arimo Bold"/>
                <a:ea typeface="Arimo Bold"/>
                <a:cs typeface="Arimo Bold"/>
                <a:sym typeface="Arimo Bold"/>
              </a:rPr>
              <a:t>&amp; Éléments de Base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14400" y="4531814"/>
            <a:ext cx="11858625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Guide visuel haute visibilité : Dessin vectoriel, alignement intelligent, masques et création de composants UI.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00150" y="2102348"/>
            <a:ext cx="1380306" cy="309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GROUPE 2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209106" y="2073773"/>
            <a:ext cx="3071812" cy="366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ACF83"/>
                </a:solidFill>
                <a:latin typeface="Arimo Bold"/>
                <a:ea typeface="Arimo Bold"/>
                <a:cs typeface="Arimo Bold"/>
                <a:sym typeface="Arimo Bold"/>
              </a:rPr>
              <a:t>Présentation Figma UI/UX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628775" y="6082008"/>
            <a:ext cx="2282428" cy="257175"/>
            <a:chOff x="0" y="0"/>
            <a:chExt cx="3043238" cy="3429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043174" cy="342900"/>
            </a:xfrm>
            <a:custGeom>
              <a:avLst/>
              <a:gdLst/>
              <a:ahLst/>
              <a:cxnLst/>
              <a:rect r="r" b="b" t="t" l="l"/>
              <a:pathLst>
                <a:path h="342900" w="3043174">
                  <a:moveTo>
                    <a:pt x="0" y="0"/>
                  </a:moveTo>
                  <a:lnTo>
                    <a:pt x="3043174" y="0"/>
                  </a:lnTo>
                  <a:lnTo>
                    <a:pt x="3043174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21">
                <a:alphaModFix amt="0"/>
              </a:blip>
              <a:stretch>
                <a:fillRect l="0" t="-122811" r="-2" b="-122807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28775" y="6074864"/>
            <a:ext cx="2282428" cy="264319"/>
            <a:chOff x="0" y="0"/>
            <a:chExt cx="3043238" cy="35242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43237" cy="352425"/>
            </a:xfrm>
            <a:custGeom>
              <a:avLst/>
              <a:gdLst/>
              <a:ahLst/>
              <a:cxnLst/>
              <a:rect r="r" b="b" t="t" l="l"/>
              <a:pathLst>
                <a:path h="352425" w="3043237">
                  <a:moveTo>
                    <a:pt x="0" y="0"/>
                  </a:moveTo>
                  <a:lnTo>
                    <a:pt x="3043237" y="0"/>
                  </a:lnTo>
                  <a:lnTo>
                    <a:pt x="3043237" y="352425"/>
                  </a:lnTo>
                  <a:lnTo>
                    <a:pt x="0" y="352425"/>
                  </a:lnTo>
                  <a:close/>
                </a:path>
              </a:pathLst>
            </a:custGeom>
            <a:blipFill>
              <a:blip r:embed="rId22">
                <a:alphaModFix amt="0"/>
              </a:blip>
              <a:stretch>
                <a:fillRect l="0" t="-118255" r="0" b="-11825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3043238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94A3B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PRÉSENTÉ PAR :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3771900" y="6022477"/>
            <a:ext cx="1885950" cy="3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Nom &amp; Prénom 1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143625" y="6022477"/>
            <a:ext cx="1928812" cy="3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Nom &amp; Prénom 2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558212" y="6022477"/>
            <a:ext cx="1928812" cy="3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Nom &amp; Prénom 3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972800" y="6022477"/>
            <a:ext cx="1943100" cy="3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Nom &amp; Prénom 4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43000" y="7279777"/>
            <a:ext cx="362902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ABCFE"/>
                </a:solidFill>
                <a:latin typeface="Arimo Bold"/>
                <a:ea typeface="Arimo Bold"/>
                <a:cs typeface="Arimo Bold"/>
                <a:sym typeface="Arimo Bold"/>
              </a:rPr>
              <a:t>01. Formes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314950" y="7279777"/>
            <a:ext cx="362902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0ACF83"/>
                </a:solidFill>
                <a:latin typeface="Arimo Bold"/>
                <a:ea typeface="Arimo Bold"/>
                <a:cs typeface="Arimo Bold"/>
                <a:sym typeface="Arimo Bold"/>
              </a:rPr>
              <a:t>02. Précision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486900" y="7279777"/>
            <a:ext cx="362902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A259FF"/>
                </a:solidFill>
                <a:latin typeface="Arimo Bold"/>
                <a:ea typeface="Arimo Bold"/>
                <a:cs typeface="Arimo Bold"/>
                <a:sym typeface="Arimo Bold"/>
              </a:rPr>
              <a:t>03. Masques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658850" y="7279777"/>
            <a:ext cx="362902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F24E1E"/>
                </a:solidFill>
                <a:latin typeface="Arimo Bold"/>
                <a:ea typeface="Arimo Bold"/>
                <a:cs typeface="Arimo Bold"/>
                <a:sym typeface="Arimo Bold"/>
              </a:rPr>
              <a:t>04. Formulaires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71575" y="7722689"/>
            <a:ext cx="4286250" cy="309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Outils Vectoriels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343525" y="7722689"/>
            <a:ext cx="4286250" cy="309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Alignement &amp; Smart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515475" y="7722689"/>
            <a:ext cx="4286250" cy="309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Découpage Image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687425" y="7722689"/>
            <a:ext cx="4286250" cy="309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Composants UI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62447" y="1003697"/>
            <a:ext cx="3536156" cy="607219"/>
          </a:xfrm>
          <a:custGeom>
            <a:avLst/>
            <a:gdLst/>
            <a:ahLst/>
            <a:cxnLst/>
            <a:rect r="r" b="b" t="t" l="l"/>
            <a:pathLst>
              <a:path h="607219" w="3536156">
                <a:moveTo>
                  <a:pt x="0" y="0"/>
                </a:moveTo>
                <a:lnTo>
                  <a:pt x="3536156" y="0"/>
                </a:lnTo>
                <a:lnTo>
                  <a:pt x="3536156" y="607219"/>
                </a:lnTo>
                <a:lnTo>
                  <a:pt x="0" y="6072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6900" y="4148728"/>
            <a:ext cx="3183874" cy="3461147"/>
          </a:xfrm>
          <a:custGeom>
            <a:avLst/>
            <a:gdLst/>
            <a:ahLst/>
            <a:cxnLst/>
            <a:rect r="r" b="b" t="t" l="l"/>
            <a:pathLst>
              <a:path h="3461147" w="3183874">
                <a:moveTo>
                  <a:pt x="0" y="0"/>
                </a:moveTo>
                <a:lnTo>
                  <a:pt x="3183874" y="0"/>
                </a:lnTo>
                <a:lnTo>
                  <a:pt x="3183874" y="3461147"/>
                </a:lnTo>
                <a:lnTo>
                  <a:pt x="0" y="34611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14374" y="4148728"/>
            <a:ext cx="3183874" cy="3461147"/>
          </a:xfrm>
          <a:custGeom>
            <a:avLst/>
            <a:gdLst/>
            <a:ahLst/>
            <a:cxnLst/>
            <a:rect r="r" b="b" t="t" l="l"/>
            <a:pathLst>
              <a:path h="3461147" w="3183874">
                <a:moveTo>
                  <a:pt x="0" y="0"/>
                </a:moveTo>
                <a:lnTo>
                  <a:pt x="3183874" y="0"/>
                </a:lnTo>
                <a:lnTo>
                  <a:pt x="3183874" y="3461147"/>
                </a:lnTo>
                <a:lnTo>
                  <a:pt x="0" y="34611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51839" y="4148728"/>
            <a:ext cx="3183874" cy="3461147"/>
          </a:xfrm>
          <a:custGeom>
            <a:avLst/>
            <a:gdLst/>
            <a:ahLst/>
            <a:cxnLst/>
            <a:rect r="r" b="b" t="t" l="l"/>
            <a:pathLst>
              <a:path h="3461147" w="3183874">
                <a:moveTo>
                  <a:pt x="0" y="0"/>
                </a:moveTo>
                <a:lnTo>
                  <a:pt x="3183874" y="0"/>
                </a:lnTo>
                <a:lnTo>
                  <a:pt x="3183874" y="3461147"/>
                </a:lnTo>
                <a:lnTo>
                  <a:pt x="0" y="34611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89313" y="4148728"/>
            <a:ext cx="3183874" cy="3461147"/>
          </a:xfrm>
          <a:custGeom>
            <a:avLst/>
            <a:gdLst/>
            <a:ahLst/>
            <a:cxnLst/>
            <a:rect r="r" b="b" t="t" l="l"/>
            <a:pathLst>
              <a:path h="3461147" w="3183874">
                <a:moveTo>
                  <a:pt x="0" y="0"/>
                </a:moveTo>
                <a:lnTo>
                  <a:pt x="3183875" y="0"/>
                </a:lnTo>
                <a:lnTo>
                  <a:pt x="3183875" y="3461147"/>
                </a:lnTo>
                <a:lnTo>
                  <a:pt x="0" y="3461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26778" y="4148728"/>
            <a:ext cx="3183874" cy="3461147"/>
          </a:xfrm>
          <a:custGeom>
            <a:avLst/>
            <a:gdLst/>
            <a:ahLst/>
            <a:cxnLst/>
            <a:rect r="r" b="b" t="t" l="l"/>
            <a:pathLst>
              <a:path h="3461147" w="3183874">
                <a:moveTo>
                  <a:pt x="0" y="0"/>
                </a:moveTo>
                <a:lnTo>
                  <a:pt x="3183874" y="0"/>
                </a:lnTo>
                <a:lnTo>
                  <a:pt x="3183874" y="3461147"/>
                </a:lnTo>
                <a:lnTo>
                  <a:pt x="0" y="34611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43012" y="4629150"/>
            <a:ext cx="742950" cy="742950"/>
            <a:chOff x="0" y="0"/>
            <a:chExt cx="990600" cy="9906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580487" y="4629150"/>
            <a:ext cx="742950" cy="742950"/>
            <a:chOff x="0" y="0"/>
            <a:chExt cx="990600" cy="9906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961" t="0" r="-96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917952" y="4629150"/>
            <a:ext cx="742950" cy="742950"/>
            <a:chOff x="0" y="0"/>
            <a:chExt cx="990600" cy="9906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961" t="0" r="-96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255426" y="4629150"/>
            <a:ext cx="742950" cy="742950"/>
            <a:chOff x="0" y="0"/>
            <a:chExt cx="990600" cy="9906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-961" t="0" r="-9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592891" y="4629150"/>
            <a:ext cx="742950" cy="742950"/>
            <a:chOff x="0" y="0"/>
            <a:chExt cx="990600" cy="9906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961" t="0" r="-961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43038" y="4829175"/>
            <a:ext cx="342900" cy="342900"/>
            <a:chOff x="0" y="0"/>
            <a:chExt cx="457200" cy="4572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801934" y="4829175"/>
            <a:ext cx="300038" cy="342900"/>
            <a:chOff x="0" y="0"/>
            <a:chExt cx="400050" cy="4572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400050" cy="457200"/>
            </a:xfrm>
            <a:custGeom>
              <a:avLst/>
              <a:gdLst/>
              <a:ahLst/>
              <a:cxnLst/>
              <a:rect r="r" b="b" t="t" l="l"/>
              <a:pathLst>
                <a:path h="4572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-2380" t="0" r="-238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096545" y="4829175"/>
            <a:ext cx="385762" cy="342900"/>
            <a:chOff x="0" y="0"/>
            <a:chExt cx="514350" cy="4572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514350" cy="457200"/>
            </a:xfrm>
            <a:custGeom>
              <a:avLst/>
              <a:gdLst/>
              <a:ahLst/>
              <a:cxnLst/>
              <a:rect r="r" b="b" t="t" l="l"/>
              <a:pathLst>
                <a:path h="4572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-1851" t="0" r="-1851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455451" y="4829175"/>
            <a:ext cx="342900" cy="342900"/>
            <a:chOff x="0" y="0"/>
            <a:chExt cx="457200" cy="4572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2083" t="0" r="-2083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792916" y="4829175"/>
            <a:ext cx="342900" cy="342900"/>
            <a:chOff x="0" y="0"/>
            <a:chExt cx="457200" cy="4572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-2083" t="0" r="-2083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14400" y="781050"/>
            <a:ext cx="6200775" cy="1033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4F46E5"/>
                </a:solidFill>
                <a:latin typeface="Arimo Bold"/>
                <a:ea typeface="Arimo Bold"/>
                <a:cs typeface="Arimo Bold"/>
                <a:sym typeface="Arimo Bold"/>
              </a:rPr>
              <a:t>Aperçu du cours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144625" y="1104900"/>
            <a:ext cx="3114675" cy="366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6" b="true">
                <a:solidFill>
                  <a:srgbClr val="3730A3"/>
                </a:solidFill>
                <a:latin typeface="Arimo Bold"/>
                <a:ea typeface="Arimo Bold"/>
                <a:cs typeface="Arimo Bold"/>
                <a:sym typeface="Arimo Bold"/>
              </a:rPr>
              <a:t>Objectif : Autonomie Figma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1119188"/>
            <a:ext cx="7950994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Les 5 Piliers du Groupe 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0150" y="4567237"/>
            <a:ext cx="2680249" cy="260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POINT 01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537624" y="4567237"/>
            <a:ext cx="2680249" cy="260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 b="true">
                <a:solidFill>
                  <a:srgbClr val="16A34A"/>
                </a:solidFill>
                <a:latin typeface="Arimo Bold"/>
                <a:ea typeface="Arimo Bold"/>
                <a:cs typeface="Arimo Bold"/>
                <a:sym typeface="Arimo Bold"/>
              </a:rPr>
              <a:t>POINT 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875089" y="4567237"/>
            <a:ext cx="2680249" cy="260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 b="true">
                <a:solidFill>
                  <a:srgbClr val="9333EA"/>
                </a:solidFill>
                <a:latin typeface="Arimo Bold"/>
                <a:ea typeface="Arimo Bold"/>
                <a:cs typeface="Arimo Bold"/>
                <a:sym typeface="Arimo Bold"/>
              </a:rPr>
              <a:t>POINT 03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12563" y="4567237"/>
            <a:ext cx="2680249" cy="260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 b="true">
                <a:solidFill>
                  <a:srgbClr val="EA580C"/>
                </a:solidFill>
                <a:latin typeface="Arimo Bold"/>
                <a:ea typeface="Arimo Bold"/>
                <a:cs typeface="Arimo Bold"/>
                <a:sym typeface="Arimo Bold"/>
              </a:rPr>
              <a:t>POINT 04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550028" y="4567237"/>
            <a:ext cx="2680249" cy="260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461" b="true">
                <a:solidFill>
                  <a:srgbClr val="E11D48"/>
                </a:solidFill>
                <a:latin typeface="Arimo Bold"/>
                <a:ea typeface="Arimo Bold"/>
                <a:cs typeface="Arimo Bold"/>
                <a:sym typeface="Arimo Bold"/>
              </a:rPr>
              <a:t>POINT 05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43012" y="6053137"/>
            <a:ext cx="321778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4"/>
              </a:lnSpc>
            </a:pPr>
            <a:r>
              <a:rPr lang="en-US" sz="2136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Créer des formes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3012" y="6434137"/>
            <a:ext cx="2594524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686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Rectangles, ellipses, lignes et polygones.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580487" y="6053137"/>
            <a:ext cx="321778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4"/>
              </a:lnSpc>
            </a:pPr>
            <a:r>
              <a:rPr lang="en-US" sz="2136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Alignement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580487" y="6434137"/>
            <a:ext cx="2594524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686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Duplication Alt, Ctrl+D et Smart Distribute.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917952" y="6053137"/>
            <a:ext cx="321778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4"/>
              </a:lnSpc>
            </a:pPr>
            <a:r>
              <a:rPr lang="en-US" sz="2136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Les Masques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917952" y="6434137"/>
            <a:ext cx="2594524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686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Fenêtres de recadrage et découpe d'images.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255426" y="6053137"/>
            <a:ext cx="321778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4"/>
              </a:lnSpc>
            </a:pPr>
            <a:r>
              <a:rPr lang="en-US" sz="2136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Transformations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255426" y="6434137"/>
            <a:ext cx="2594524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686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Echelle K, rotation 15° et coins arrondis.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592891" y="6053137"/>
            <a:ext cx="321778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4"/>
              </a:lnSpc>
            </a:pPr>
            <a:r>
              <a:rPr lang="en-US" sz="2136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Formulaires UI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592891" y="6434137"/>
            <a:ext cx="2594524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686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Champs de texte, boutons CTA et cases.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76834" y="953691"/>
            <a:ext cx="2721769" cy="607219"/>
          </a:xfrm>
          <a:custGeom>
            <a:avLst/>
            <a:gdLst/>
            <a:ahLst/>
            <a:cxnLst/>
            <a:rect r="r" b="b" t="t" l="l"/>
            <a:pathLst>
              <a:path h="607219" w="2721769">
                <a:moveTo>
                  <a:pt x="0" y="0"/>
                </a:moveTo>
                <a:lnTo>
                  <a:pt x="2721769" y="0"/>
                </a:lnTo>
                <a:lnTo>
                  <a:pt x="2721769" y="607218"/>
                </a:lnTo>
                <a:lnTo>
                  <a:pt x="0" y="60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2843212"/>
            <a:ext cx="8691086" cy="1343025"/>
            <a:chOff x="0" y="0"/>
            <a:chExt cx="11588115" cy="1790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588115" cy="1790700"/>
            </a:xfrm>
            <a:custGeom>
              <a:avLst/>
              <a:gdLst/>
              <a:ahLst/>
              <a:cxnLst/>
              <a:rect r="r" b="b" t="t" l="l"/>
              <a:pathLst>
                <a:path h="1790700" w="11588115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1321415" y="0"/>
                  </a:lnTo>
                  <a:cubicBezTo>
                    <a:pt x="11468735" y="0"/>
                    <a:pt x="11588115" y="119380"/>
                    <a:pt x="11588115" y="266700"/>
                  </a:cubicBezTo>
                  <a:lnTo>
                    <a:pt x="11588115" y="1524000"/>
                  </a:lnTo>
                  <a:cubicBezTo>
                    <a:pt x="11588115" y="1671320"/>
                    <a:pt x="11468735" y="1790700"/>
                    <a:pt x="11321415" y="1790700"/>
                  </a:cubicBezTo>
                  <a:lnTo>
                    <a:pt x="266700" y="1790700"/>
                  </a:lnTo>
                  <a:cubicBezTo>
                    <a:pt x="119380" y="1790700"/>
                    <a:pt x="0" y="1671320"/>
                    <a:pt x="0" y="15240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4443412"/>
            <a:ext cx="8691086" cy="1343025"/>
            <a:chOff x="0" y="0"/>
            <a:chExt cx="11588115" cy="1790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88115" cy="1790700"/>
            </a:xfrm>
            <a:custGeom>
              <a:avLst/>
              <a:gdLst/>
              <a:ahLst/>
              <a:cxnLst/>
              <a:rect r="r" b="b" t="t" l="l"/>
              <a:pathLst>
                <a:path h="1790700" w="11588115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1321415" y="0"/>
                  </a:lnTo>
                  <a:cubicBezTo>
                    <a:pt x="11468735" y="0"/>
                    <a:pt x="11588115" y="119380"/>
                    <a:pt x="11588115" y="266700"/>
                  </a:cubicBezTo>
                  <a:lnTo>
                    <a:pt x="11588115" y="1524000"/>
                  </a:lnTo>
                  <a:cubicBezTo>
                    <a:pt x="11588115" y="1671320"/>
                    <a:pt x="11468735" y="1790700"/>
                    <a:pt x="11321415" y="1790700"/>
                  </a:cubicBezTo>
                  <a:lnTo>
                    <a:pt x="266700" y="1790700"/>
                  </a:lnTo>
                  <a:cubicBezTo>
                    <a:pt x="119380" y="1790700"/>
                    <a:pt x="0" y="1671320"/>
                    <a:pt x="0" y="15240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6043612"/>
            <a:ext cx="8691086" cy="1343025"/>
            <a:chOff x="0" y="0"/>
            <a:chExt cx="11588115" cy="1790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588115" cy="1790700"/>
            </a:xfrm>
            <a:custGeom>
              <a:avLst/>
              <a:gdLst/>
              <a:ahLst/>
              <a:cxnLst/>
              <a:rect r="r" b="b" t="t" l="l"/>
              <a:pathLst>
                <a:path h="1790700" w="11588115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1321415" y="0"/>
                  </a:lnTo>
                  <a:cubicBezTo>
                    <a:pt x="11468735" y="0"/>
                    <a:pt x="11588115" y="119380"/>
                    <a:pt x="11588115" y="266700"/>
                  </a:cubicBezTo>
                  <a:lnTo>
                    <a:pt x="11588115" y="1524000"/>
                  </a:lnTo>
                  <a:cubicBezTo>
                    <a:pt x="11588115" y="1671320"/>
                    <a:pt x="11468735" y="1790700"/>
                    <a:pt x="11321415" y="1790700"/>
                  </a:cubicBezTo>
                  <a:lnTo>
                    <a:pt x="266700" y="1790700"/>
                  </a:lnTo>
                  <a:cubicBezTo>
                    <a:pt x="119380" y="1790700"/>
                    <a:pt x="0" y="1671320"/>
                    <a:pt x="0" y="15240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89397" y="7618809"/>
            <a:ext cx="8740997" cy="1164431"/>
          </a:xfrm>
          <a:custGeom>
            <a:avLst/>
            <a:gdLst/>
            <a:ahLst/>
            <a:cxnLst/>
            <a:rect r="r" b="b" t="t" l="l"/>
            <a:pathLst>
              <a:path h="1164431" w="8740997">
                <a:moveTo>
                  <a:pt x="0" y="0"/>
                </a:moveTo>
                <a:lnTo>
                  <a:pt x="8740997" y="0"/>
                </a:lnTo>
                <a:lnTo>
                  <a:pt x="8740997" y="1164432"/>
                </a:lnTo>
                <a:lnTo>
                  <a:pt x="0" y="116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14400" y="4157662"/>
            <a:ext cx="8691086" cy="28575"/>
            <a:chOff x="0" y="0"/>
            <a:chExt cx="11588115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843212"/>
            <a:ext cx="8691086" cy="28575"/>
            <a:chOff x="0" y="0"/>
            <a:chExt cx="11588115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843212"/>
            <a:ext cx="114300" cy="1343025"/>
            <a:chOff x="0" y="0"/>
            <a:chExt cx="152400" cy="1790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4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790700"/>
                  </a:lnTo>
                  <a:lnTo>
                    <a:pt x="0" y="17907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576864" y="2843212"/>
            <a:ext cx="28575" cy="1343025"/>
            <a:chOff x="0" y="0"/>
            <a:chExt cx="38100" cy="1790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38100">
                  <a:moveTo>
                    <a:pt x="0" y="0"/>
                  </a:moveTo>
                  <a:lnTo>
                    <a:pt x="38100" y="0"/>
                  </a:lnTo>
                  <a:lnTo>
                    <a:pt x="38100" y="1790700"/>
                  </a:lnTo>
                  <a:lnTo>
                    <a:pt x="0" y="17907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8787032" y="3316491"/>
            <a:ext cx="459438" cy="396478"/>
          </a:xfrm>
          <a:custGeom>
            <a:avLst/>
            <a:gdLst/>
            <a:ahLst/>
            <a:cxnLst/>
            <a:rect r="r" b="b" t="t" l="l"/>
            <a:pathLst>
              <a:path h="396478" w="459438">
                <a:moveTo>
                  <a:pt x="0" y="0"/>
                </a:moveTo>
                <a:lnTo>
                  <a:pt x="459438" y="0"/>
                </a:lnTo>
                <a:lnTo>
                  <a:pt x="459438" y="396478"/>
                </a:lnTo>
                <a:lnTo>
                  <a:pt x="0" y="3964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14400" y="5757862"/>
            <a:ext cx="8691086" cy="28575"/>
            <a:chOff x="0" y="0"/>
            <a:chExt cx="11588115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14400" y="4443412"/>
            <a:ext cx="8691086" cy="28575"/>
            <a:chOff x="0" y="0"/>
            <a:chExt cx="11588115" cy="38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4443412"/>
            <a:ext cx="114300" cy="1343025"/>
            <a:chOff x="0" y="0"/>
            <a:chExt cx="152400" cy="17907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24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790700"/>
                  </a:lnTo>
                  <a:lnTo>
                    <a:pt x="0" y="17907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576864" y="4443412"/>
            <a:ext cx="28575" cy="1343025"/>
            <a:chOff x="0" y="0"/>
            <a:chExt cx="38100" cy="1790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1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38100">
                  <a:moveTo>
                    <a:pt x="0" y="0"/>
                  </a:moveTo>
                  <a:lnTo>
                    <a:pt x="38100" y="0"/>
                  </a:lnTo>
                  <a:lnTo>
                    <a:pt x="38100" y="1790700"/>
                  </a:lnTo>
                  <a:lnTo>
                    <a:pt x="0" y="17907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8787032" y="4916691"/>
            <a:ext cx="459438" cy="396478"/>
          </a:xfrm>
          <a:custGeom>
            <a:avLst/>
            <a:gdLst/>
            <a:ahLst/>
            <a:cxnLst/>
            <a:rect r="r" b="b" t="t" l="l"/>
            <a:pathLst>
              <a:path h="396478" w="459438">
                <a:moveTo>
                  <a:pt x="0" y="0"/>
                </a:moveTo>
                <a:lnTo>
                  <a:pt x="459438" y="0"/>
                </a:lnTo>
                <a:lnTo>
                  <a:pt x="459438" y="396478"/>
                </a:lnTo>
                <a:lnTo>
                  <a:pt x="0" y="3964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914400" y="7358062"/>
            <a:ext cx="8691086" cy="28575"/>
            <a:chOff x="0" y="0"/>
            <a:chExt cx="11588115" cy="381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" y="6043612"/>
            <a:ext cx="8691086" cy="28575"/>
            <a:chOff x="0" y="0"/>
            <a:chExt cx="11588115" cy="38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" y="6043612"/>
            <a:ext cx="114300" cy="1343025"/>
            <a:chOff x="0" y="0"/>
            <a:chExt cx="152400" cy="1790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24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790700"/>
                  </a:lnTo>
                  <a:lnTo>
                    <a:pt x="0" y="1790700"/>
                  </a:lnTo>
                  <a:close/>
                </a:path>
              </a:pathLst>
            </a:custGeom>
            <a:solidFill>
              <a:srgbClr val="EA580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576864" y="6043612"/>
            <a:ext cx="28575" cy="1343025"/>
            <a:chOff x="0" y="0"/>
            <a:chExt cx="38100" cy="1790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81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38100">
                  <a:moveTo>
                    <a:pt x="0" y="0"/>
                  </a:moveTo>
                  <a:lnTo>
                    <a:pt x="38100" y="0"/>
                  </a:lnTo>
                  <a:lnTo>
                    <a:pt x="38100" y="1790700"/>
                  </a:lnTo>
                  <a:lnTo>
                    <a:pt x="0" y="17907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8787032" y="6516891"/>
            <a:ext cx="459438" cy="396478"/>
          </a:xfrm>
          <a:custGeom>
            <a:avLst/>
            <a:gdLst/>
            <a:ahLst/>
            <a:cxnLst/>
            <a:rect r="r" b="b" t="t" l="l"/>
            <a:pathLst>
              <a:path h="396478" w="459438">
                <a:moveTo>
                  <a:pt x="0" y="0"/>
                </a:moveTo>
                <a:lnTo>
                  <a:pt x="459438" y="0"/>
                </a:lnTo>
                <a:lnTo>
                  <a:pt x="459438" y="396478"/>
                </a:lnTo>
                <a:lnTo>
                  <a:pt x="0" y="3964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0176939" y="3086100"/>
            <a:ext cx="7196614" cy="5429250"/>
            <a:chOff x="0" y="0"/>
            <a:chExt cx="9595485" cy="72390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9595485" cy="7239000"/>
            </a:xfrm>
            <a:custGeom>
              <a:avLst/>
              <a:gdLst/>
              <a:ahLst/>
              <a:cxnLst/>
              <a:rect r="r" b="b" t="t" l="l"/>
              <a:pathLst>
                <a:path h="7239000" w="9595485">
                  <a:moveTo>
                    <a:pt x="0" y="0"/>
                  </a:moveTo>
                  <a:lnTo>
                    <a:pt x="9595485" y="0"/>
                  </a:lnTo>
                  <a:lnTo>
                    <a:pt x="9595485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9" t="0" r="-29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219801" y="3128962"/>
            <a:ext cx="7110889" cy="5343525"/>
            <a:chOff x="0" y="0"/>
            <a:chExt cx="9481185" cy="712470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9481185" cy="7124700"/>
            </a:xfrm>
            <a:custGeom>
              <a:avLst/>
              <a:gdLst/>
              <a:ahLst/>
              <a:cxnLst/>
              <a:rect r="r" b="b" t="t" l="l"/>
              <a:pathLst>
                <a:path h="7124700" w="9481185">
                  <a:moveTo>
                    <a:pt x="0" y="0"/>
                  </a:moveTo>
                  <a:lnTo>
                    <a:pt x="9481185" y="0"/>
                  </a:lnTo>
                  <a:lnTo>
                    <a:pt x="9481185" y="7124700"/>
                  </a:lnTo>
                  <a:lnTo>
                    <a:pt x="0" y="712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67" r="0" b="-467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28725" y="8029575"/>
            <a:ext cx="342900" cy="342900"/>
            <a:chOff x="0" y="0"/>
            <a:chExt cx="457200" cy="4572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14400" y="781050"/>
            <a:ext cx="7843838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Module 01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959012" y="1054894"/>
            <a:ext cx="2300288" cy="366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6" b="true">
                <a:solidFill>
                  <a:srgbClr val="0369A1"/>
                </a:solidFill>
                <a:latin typeface="Arimo Bold"/>
                <a:ea typeface="Arimo Bold"/>
                <a:cs typeface="Arimo Bold"/>
                <a:sym typeface="Arimo Bold"/>
              </a:rPr>
              <a:t>Clarté &amp; Raccourcis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14400" y="1062038"/>
            <a:ext cx="10107511" cy="65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Création des Formes Vectorielles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942413" y="3367087"/>
            <a:ext cx="29155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942413" y="4967287"/>
            <a:ext cx="29155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942413" y="6567487"/>
            <a:ext cx="29155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800225" y="7862888"/>
            <a:ext cx="763376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369A1"/>
                </a:solidFill>
                <a:latin typeface="Arimo Bold"/>
                <a:ea typeface="Arimo Bold"/>
                <a:cs typeface="Arimo Bold"/>
                <a:sym typeface="Arimo Bold"/>
              </a:rPr>
              <a:t>Astuce Oral : Maintenir Shift force un ratio parfait 1:1 (Carré / Cercle).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71600" y="3119438"/>
            <a:ext cx="6113259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Rectangle &amp; Carré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71600" y="3533775"/>
            <a:ext cx="5822156" cy="3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Base des boutons, cartes UI et conteneurs.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71600" y="4719638"/>
            <a:ext cx="5663203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Ellipse &amp; Cercle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71600" y="5133975"/>
            <a:ext cx="5393531" cy="3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Avatars d'utilisateurs et pastilles d'état.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71600" y="6319838"/>
            <a:ext cx="6094514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Lignes &amp; Connecteurs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71600" y="6734175"/>
            <a:ext cx="5804297" cy="3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Séparateurs d'éléments et flèches de flux.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34047" y="953691"/>
            <a:ext cx="2164556" cy="607219"/>
          </a:xfrm>
          <a:custGeom>
            <a:avLst/>
            <a:gdLst/>
            <a:ahLst/>
            <a:cxnLst/>
            <a:rect r="r" b="b" t="t" l="l"/>
            <a:pathLst>
              <a:path h="607219" w="2164556">
                <a:moveTo>
                  <a:pt x="0" y="0"/>
                </a:moveTo>
                <a:lnTo>
                  <a:pt x="2164556" y="0"/>
                </a:lnTo>
                <a:lnTo>
                  <a:pt x="2164556" y="607218"/>
                </a:lnTo>
                <a:lnTo>
                  <a:pt x="0" y="60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82561" y="3228975"/>
            <a:ext cx="8691086" cy="1443038"/>
            <a:chOff x="0" y="0"/>
            <a:chExt cx="11588115" cy="19240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588115" cy="1924050"/>
            </a:xfrm>
            <a:custGeom>
              <a:avLst/>
              <a:gdLst/>
              <a:ahLst/>
              <a:cxnLst/>
              <a:rect r="r" b="b" t="t" l="l"/>
              <a:pathLst>
                <a:path h="1924050" w="11588115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1283315" y="0"/>
                  </a:lnTo>
                  <a:cubicBezTo>
                    <a:pt x="11451590" y="0"/>
                    <a:pt x="11588115" y="136398"/>
                    <a:pt x="11588115" y="304800"/>
                  </a:cubicBezTo>
                  <a:lnTo>
                    <a:pt x="11588115" y="1619250"/>
                  </a:lnTo>
                  <a:cubicBezTo>
                    <a:pt x="11588115" y="1787525"/>
                    <a:pt x="11451717" y="1924050"/>
                    <a:pt x="11283315" y="1924050"/>
                  </a:cubicBezTo>
                  <a:lnTo>
                    <a:pt x="304800" y="1924050"/>
                  </a:lnTo>
                  <a:cubicBezTo>
                    <a:pt x="136525" y="1924050"/>
                    <a:pt x="0" y="1787652"/>
                    <a:pt x="0" y="16192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682561" y="4929188"/>
            <a:ext cx="8691086" cy="1443038"/>
            <a:chOff x="0" y="0"/>
            <a:chExt cx="11588115" cy="19240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88115" cy="1924050"/>
            </a:xfrm>
            <a:custGeom>
              <a:avLst/>
              <a:gdLst/>
              <a:ahLst/>
              <a:cxnLst/>
              <a:rect r="r" b="b" t="t" l="l"/>
              <a:pathLst>
                <a:path h="1924050" w="11588115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1283315" y="0"/>
                  </a:lnTo>
                  <a:cubicBezTo>
                    <a:pt x="11451590" y="0"/>
                    <a:pt x="11588115" y="136398"/>
                    <a:pt x="11588115" y="304800"/>
                  </a:cubicBezTo>
                  <a:lnTo>
                    <a:pt x="11588115" y="1619250"/>
                  </a:lnTo>
                  <a:cubicBezTo>
                    <a:pt x="11588115" y="1787525"/>
                    <a:pt x="11451717" y="1924050"/>
                    <a:pt x="11283315" y="1924050"/>
                  </a:cubicBezTo>
                  <a:lnTo>
                    <a:pt x="304800" y="1924050"/>
                  </a:lnTo>
                  <a:cubicBezTo>
                    <a:pt x="136525" y="1924050"/>
                    <a:pt x="0" y="1787652"/>
                    <a:pt x="0" y="16192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682561" y="6629400"/>
            <a:ext cx="8691086" cy="1743075"/>
            <a:chOff x="0" y="0"/>
            <a:chExt cx="11588115" cy="2324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588115" cy="2324100"/>
            </a:xfrm>
            <a:custGeom>
              <a:avLst/>
              <a:gdLst/>
              <a:ahLst/>
              <a:cxnLst/>
              <a:rect r="r" b="b" t="t" l="l"/>
              <a:pathLst>
                <a:path h="2324100" w="11588115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1283315" y="0"/>
                  </a:lnTo>
                  <a:cubicBezTo>
                    <a:pt x="11451590" y="0"/>
                    <a:pt x="11588115" y="136398"/>
                    <a:pt x="11588115" y="304800"/>
                  </a:cubicBezTo>
                  <a:lnTo>
                    <a:pt x="11588115" y="2019300"/>
                  </a:lnTo>
                  <a:cubicBezTo>
                    <a:pt x="11588115" y="2187575"/>
                    <a:pt x="11451717" y="2324100"/>
                    <a:pt x="11283315" y="2324100"/>
                  </a:cubicBezTo>
                  <a:lnTo>
                    <a:pt x="304800" y="2324100"/>
                  </a:lnTo>
                  <a:cubicBezTo>
                    <a:pt x="136525" y="2324100"/>
                    <a:pt x="0" y="2187702"/>
                    <a:pt x="0" y="20193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682561" y="4643438"/>
            <a:ext cx="8691086" cy="28575"/>
            <a:chOff x="0" y="0"/>
            <a:chExt cx="11588115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682561" y="3228975"/>
            <a:ext cx="8691086" cy="28575"/>
            <a:chOff x="0" y="0"/>
            <a:chExt cx="11588115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682561" y="3228975"/>
            <a:ext cx="114300" cy="1443038"/>
            <a:chOff x="0" y="0"/>
            <a:chExt cx="152400" cy="1924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00" cy="1924050"/>
            </a:xfrm>
            <a:custGeom>
              <a:avLst/>
              <a:gdLst/>
              <a:ahLst/>
              <a:cxnLst/>
              <a:rect r="r" b="b" t="t" l="l"/>
              <a:pathLst>
                <a:path h="19240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924050"/>
                  </a:lnTo>
                  <a:lnTo>
                    <a:pt x="0" y="192405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7345025" y="3228975"/>
            <a:ext cx="28575" cy="1443038"/>
            <a:chOff x="0" y="0"/>
            <a:chExt cx="38100" cy="1924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" cy="1924050"/>
            </a:xfrm>
            <a:custGeom>
              <a:avLst/>
              <a:gdLst/>
              <a:ahLst/>
              <a:cxnLst/>
              <a:rect r="r" b="b" t="t" l="l"/>
              <a:pathLst>
                <a:path h="1924050" w="38100">
                  <a:moveTo>
                    <a:pt x="0" y="0"/>
                  </a:moveTo>
                  <a:lnTo>
                    <a:pt x="38100" y="0"/>
                  </a:lnTo>
                  <a:lnTo>
                    <a:pt x="38100" y="1924050"/>
                  </a:lnTo>
                  <a:lnTo>
                    <a:pt x="0" y="1924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682561" y="6343650"/>
            <a:ext cx="8691086" cy="28575"/>
            <a:chOff x="0" y="0"/>
            <a:chExt cx="11588115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682561" y="4929188"/>
            <a:ext cx="8691086" cy="28575"/>
            <a:chOff x="0" y="0"/>
            <a:chExt cx="11588115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682561" y="4929188"/>
            <a:ext cx="114300" cy="1443038"/>
            <a:chOff x="0" y="0"/>
            <a:chExt cx="152400" cy="1924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" cy="1924050"/>
            </a:xfrm>
            <a:custGeom>
              <a:avLst/>
              <a:gdLst/>
              <a:ahLst/>
              <a:cxnLst/>
              <a:rect r="r" b="b" t="t" l="l"/>
              <a:pathLst>
                <a:path h="19240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924050"/>
                  </a:lnTo>
                  <a:lnTo>
                    <a:pt x="0" y="19240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7345025" y="4929188"/>
            <a:ext cx="28575" cy="1443038"/>
            <a:chOff x="0" y="0"/>
            <a:chExt cx="38100" cy="1924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100" cy="1924050"/>
            </a:xfrm>
            <a:custGeom>
              <a:avLst/>
              <a:gdLst/>
              <a:ahLst/>
              <a:cxnLst/>
              <a:rect r="r" b="b" t="t" l="l"/>
              <a:pathLst>
                <a:path h="1924050" w="38100">
                  <a:moveTo>
                    <a:pt x="0" y="0"/>
                  </a:moveTo>
                  <a:lnTo>
                    <a:pt x="38100" y="0"/>
                  </a:lnTo>
                  <a:lnTo>
                    <a:pt x="38100" y="1924050"/>
                  </a:lnTo>
                  <a:lnTo>
                    <a:pt x="0" y="1924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682561" y="8343900"/>
            <a:ext cx="8691086" cy="28575"/>
            <a:chOff x="0" y="0"/>
            <a:chExt cx="11588115" cy="38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682561" y="6629400"/>
            <a:ext cx="8691086" cy="28575"/>
            <a:chOff x="0" y="0"/>
            <a:chExt cx="11588115" cy="38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682561" y="6629400"/>
            <a:ext cx="114300" cy="1743075"/>
            <a:chOff x="0" y="0"/>
            <a:chExt cx="152400" cy="2324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" cy="2324100"/>
            </a:xfrm>
            <a:custGeom>
              <a:avLst/>
              <a:gdLst/>
              <a:ahLst/>
              <a:cxnLst/>
              <a:rect r="r" b="b" t="t" l="l"/>
              <a:pathLst>
                <a:path h="23241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324100"/>
                  </a:lnTo>
                  <a:lnTo>
                    <a:pt x="0" y="2324100"/>
                  </a:lnTo>
                  <a:close/>
                </a:path>
              </a:pathLst>
            </a:custGeom>
            <a:solidFill>
              <a:srgbClr val="9333E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7345025" y="6629400"/>
            <a:ext cx="28575" cy="1743075"/>
            <a:chOff x="0" y="0"/>
            <a:chExt cx="38100" cy="23241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100" cy="2324100"/>
            </a:xfrm>
            <a:custGeom>
              <a:avLst/>
              <a:gdLst/>
              <a:ahLst/>
              <a:cxnLst/>
              <a:rect r="r" b="b" t="t" l="l"/>
              <a:pathLst>
                <a:path h="2324100" w="38100">
                  <a:moveTo>
                    <a:pt x="0" y="0"/>
                  </a:moveTo>
                  <a:lnTo>
                    <a:pt x="38100" y="0"/>
                  </a:lnTo>
                  <a:lnTo>
                    <a:pt x="38100" y="2324100"/>
                  </a:lnTo>
                  <a:lnTo>
                    <a:pt x="0" y="23241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15114842" y="3559369"/>
            <a:ext cx="1899809" cy="396478"/>
          </a:xfrm>
          <a:custGeom>
            <a:avLst/>
            <a:gdLst/>
            <a:ahLst/>
            <a:cxnLst/>
            <a:rect r="r" b="b" t="t" l="l"/>
            <a:pathLst>
              <a:path h="396478" w="1899809">
                <a:moveTo>
                  <a:pt x="0" y="0"/>
                </a:moveTo>
                <a:lnTo>
                  <a:pt x="1899808" y="0"/>
                </a:lnTo>
                <a:lnTo>
                  <a:pt x="1899808" y="396478"/>
                </a:lnTo>
                <a:lnTo>
                  <a:pt x="0" y="3964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714916" y="5259591"/>
            <a:ext cx="1299734" cy="396478"/>
          </a:xfrm>
          <a:custGeom>
            <a:avLst/>
            <a:gdLst/>
            <a:ahLst/>
            <a:cxnLst/>
            <a:rect r="r" b="b" t="t" l="l"/>
            <a:pathLst>
              <a:path h="396478" w="1299734">
                <a:moveTo>
                  <a:pt x="0" y="0"/>
                </a:moveTo>
                <a:lnTo>
                  <a:pt x="1299734" y="0"/>
                </a:lnTo>
                <a:lnTo>
                  <a:pt x="1299734" y="396478"/>
                </a:lnTo>
                <a:lnTo>
                  <a:pt x="0" y="3964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4754739" y="6959794"/>
            <a:ext cx="2259949" cy="396478"/>
          </a:xfrm>
          <a:custGeom>
            <a:avLst/>
            <a:gdLst/>
            <a:ahLst/>
            <a:cxnLst/>
            <a:rect r="r" b="b" t="t" l="l"/>
            <a:pathLst>
              <a:path h="396478" w="2259949">
                <a:moveTo>
                  <a:pt x="0" y="0"/>
                </a:moveTo>
                <a:lnTo>
                  <a:pt x="2259949" y="0"/>
                </a:lnTo>
                <a:lnTo>
                  <a:pt x="2259949" y="396478"/>
                </a:lnTo>
                <a:lnTo>
                  <a:pt x="0" y="3964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914400" y="3086100"/>
            <a:ext cx="7196614" cy="5429250"/>
            <a:chOff x="0" y="0"/>
            <a:chExt cx="9595485" cy="723900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9595485" cy="7239000"/>
            </a:xfrm>
            <a:custGeom>
              <a:avLst/>
              <a:gdLst/>
              <a:ahLst/>
              <a:cxnLst/>
              <a:rect r="r" b="b" t="t" l="l"/>
              <a:pathLst>
                <a:path h="7239000" w="9595485">
                  <a:moveTo>
                    <a:pt x="0" y="0"/>
                  </a:moveTo>
                  <a:lnTo>
                    <a:pt x="9595485" y="0"/>
                  </a:lnTo>
                  <a:lnTo>
                    <a:pt x="9595485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9" t="0" r="-29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57262" y="3128962"/>
            <a:ext cx="7110889" cy="5343525"/>
            <a:chOff x="0" y="0"/>
            <a:chExt cx="9481185" cy="71247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9481185" cy="7124700"/>
            </a:xfrm>
            <a:custGeom>
              <a:avLst/>
              <a:gdLst/>
              <a:ahLst/>
              <a:cxnLst/>
              <a:rect r="r" b="b" t="t" l="l"/>
              <a:pathLst>
                <a:path h="7124700" w="9481185">
                  <a:moveTo>
                    <a:pt x="0" y="0"/>
                  </a:moveTo>
                  <a:lnTo>
                    <a:pt x="9481185" y="0"/>
                  </a:lnTo>
                  <a:lnTo>
                    <a:pt x="9481185" y="7124700"/>
                  </a:lnTo>
                  <a:lnTo>
                    <a:pt x="0" y="712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467" r="0" b="-467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14400" y="781050"/>
            <a:ext cx="8586788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6A34A"/>
                </a:solidFill>
                <a:latin typeface="Arimo Bold"/>
                <a:ea typeface="Arimo Bold"/>
                <a:cs typeface="Arimo Bold"/>
                <a:sym typeface="Arimo Bold"/>
              </a:rPr>
              <a:t>Module 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516225" y="1054894"/>
            <a:ext cx="1743075" cy="366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6" b="true">
                <a:solidFill>
                  <a:srgbClr val="15803D"/>
                </a:solidFill>
                <a:latin typeface="Arimo Bold"/>
                <a:ea typeface="Arimo Bold"/>
                <a:cs typeface="Arimo Bold"/>
                <a:sym typeface="Arimo Bold"/>
              </a:rPr>
              <a:t>Précision Pixel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4400" y="1062038"/>
            <a:ext cx="11082633" cy="65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Sélection, Duplication &amp; Alignement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139761" y="3990975"/>
            <a:ext cx="9148239" cy="3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Glisser un objet en maintenant la touche Alt crée une copie instantanée.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139761" y="5691188"/>
            <a:ext cx="9148239" cy="3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Répète la création de la forme tout en clonant l'espacement exact.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139761" y="7391400"/>
            <a:ext cx="800523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Uniformise automatiquement les écarts entre plusieurs objets sélectionnés.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139761" y="3540919"/>
            <a:ext cx="3450431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Duplication Rapide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270213" y="3609975"/>
            <a:ext cx="17319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Alt + Glisser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139761" y="5241131"/>
            <a:ext cx="3694214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Répétition de Forme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870288" y="5310187"/>
            <a:ext cx="113183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Ctrl + 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139761" y="6941344"/>
            <a:ext cx="4950619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Distribution Égale (Tidy Up)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910121" y="7010400"/>
            <a:ext cx="209200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A855F7"/>
                </a:solidFill>
                <a:latin typeface="Arimo Bold"/>
                <a:ea typeface="Arimo Bold"/>
                <a:cs typeface="Arimo Bold"/>
                <a:sym typeface="Arimo Bold"/>
              </a:rPr>
              <a:t>Smart Distribute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7614" y="980484"/>
            <a:ext cx="2488454" cy="553641"/>
          </a:xfrm>
          <a:custGeom>
            <a:avLst/>
            <a:gdLst/>
            <a:ahLst/>
            <a:cxnLst/>
            <a:rect r="r" b="b" t="t" l="l"/>
            <a:pathLst>
              <a:path h="553641" w="2488454">
                <a:moveTo>
                  <a:pt x="0" y="0"/>
                </a:moveTo>
                <a:lnTo>
                  <a:pt x="2488454" y="0"/>
                </a:lnTo>
                <a:lnTo>
                  <a:pt x="2488454" y="553641"/>
                </a:lnTo>
                <a:lnTo>
                  <a:pt x="0" y="5536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3057525"/>
            <a:ext cx="8691086" cy="1557338"/>
            <a:chOff x="0" y="0"/>
            <a:chExt cx="11588115" cy="20764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588115" cy="2076450"/>
            </a:xfrm>
            <a:custGeom>
              <a:avLst/>
              <a:gdLst/>
              <a:ahLst/>
              <a:cxnLst/>
              <a:rect r="r" b="b" t="t" l="l"/>
              <a:pathLst>
                <a:path h="2076450" w="11588115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1283315" y="0"/>
                  </a:lnTo>
                  <a:cubicBezTo>
                    <a:pt x="11451590" y="0"/>
                    <a:pt x="11588115" y="136398"/>
                    <a:pt x="11588115" y="304800"/>
                  </a:cubicBezTo>
                  <a:lnTo>
                    <a:pt x="11588115" y="1771650"/>
                  </a:lnTo>
                  <a:cubicBezTo>
                    <a:pt x="11588115" y="1939925"/>
                    <a:pt x="11451717" y="2076450"/>
                    <a:pt x="11283315" y="2076450"/>
                  </a:cubicBezTo>
                  <a:lnTo>
                    <a:pt x="304800" y="2076450"/>
                  </a:lnTo>
                  <a:cubicBezTo>
                    <a:pt x="136525" y="2076450"/>
                    <a:pt x="0" y="1940052"/>
                    <a:pt x="0" y="1771650"/>
                  </a:cubicBezTo>
                  <a:close/>
                </a:path>
              </a:pathLst>
            </a:custGeom>
            <a:solidFill>
              <a:srgbClr val="FAF5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4872038"/>
            <a:ext cx="8691086" cy="1857375"/>
            <a:chOff x="0" y="0"/>
            <a:chExt cx="11588115" cy="2476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88115" cy="2476500"/>
            </a:xfrm>
            <a:custGeom>
              <a:avLst/>
              <a:gdLst/>
              <a:ahLst/>
              <a:cxnLst/>
              <a:rect r="r" b="b" t="t" l="l"/>
              <a:pathLst>
                <a:path h="2476500" w="11588115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1283315" y="0"/>
                  </a:lnTo>
                  <a:cubicBezTo>
                    <a:pt x="11451590" y="0"/>
                    <a:pt x="11588115" y="136398"/>
                    <a:pt x="11588115" y="304800"/>
                  </a:cubicBezTo>
                  <a:lnTo>
                    <a:pt x="11588115" y="2171700"/>
                  </a:lnTo>
                  <a:cubicBezTo>
                    <a:pt x="11588115" y="2339975"/>
                    <a:pt x="11451717" y="2476500"/>
                    <a:pt x="11283315" y="2476500"/>
                  </a:cubicBezTo>
                  <a:lnTo>
                    <a:pt x="304800" y="2476500"/>
                  </a:lnTo>
                  <a:cubicBezTo>
                    <a:pt x="136525" y="2476500"/>
                    <a:pt x="0" y="2340102"/>
                    <a:pt x="0" y="2171700"/>
                  </a:cubicBezTo>
                  <a:close/>
                </a:path>
              </a:pathLst>
            </a:custGeom>
            <a:solidFill>
              <a:srgbClr val="FAF5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6986588"/>
            <a:ext cx="8691086" cy="1557338"/>
            <a:chOff x="0" y="0"/>
            <a:chExt cx="11588115" cy="20764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588115" cy="2076450"/>
            </a:xfrm>
            <a:custGeom>
              <a:avLst/>
              <a:gdLst/>
              <a:ahLst/>
              <a:cxnLst/>
              <a:rect r="r" b="b" t="t" l="l"/>
              <a:pathLst>
                <a:path h="2076450" w="11588115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1283315" y="0"/>
                  </a:lnTo>
                  <a:cubicBezTo>
                    <a:pt x="11451590" y="0"/>
                    <a:pt x="11588115" y="136398"/>
                    <a:pt x="11588115" y="304800"/>
                  </a:cubicBezTo>
                  <a:lnTo>
                    <a:pt x="11588115" y="1771650"/>
                  </a:lnTo>
                  <a:cubicBezTo>
                    <a:pt x="11588115" y="1939925"/>
                    <a:pt x="11451717" y="2076450"/>
                    <a:pt x="11283315" y="2076450"/>
                  </a:cubicBezTo>
                  <a:lnTo>
                    <a:pt x="304800" y="2076450"/>
                  </a:lnTo>
                  <a:cubicBezTo>
                    <a:pt x="136525" y="2076450"/>
                    <a:pt x="0" y="1940052"/>
                    <a:pt x="0" y="1771650"/>
                  </a:cubicBezTo>
                  <a:close/>
                </a:path>
              </a:pathLst>
            </a:custGeom>
            <a:solidFill>
              <a:srgbClr val="FAF5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4586288"/>
            <a:ext cx="8691086" cy="28575"/>
            <a:chOff x="0" y="0"/>
            <a:chExt cx="11588115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3057525"/>
            <a:ext cx="8691086" cy="28575"/>
            <a:chOff x="0" y="0"/>
            <a:chExt cx="11588115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3057525"/>
            <a:ext cx="114300" cy="1557338"/>
            <a:chOff x="0" y="0"/>
            <a:chExt cx="152400" cy="2076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00" cy="2076450"/>
            </a:xfrm>
            <a:custGeom>
              <a:avLst/>
              <a:gdLst/>
              <a:ahLst/>
              <a:cxnLst/>
              <a:rect r="r" b="b" t="t" l="l"/>
              <a:pathLst>
                <a:path h="20764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9333E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576864" y="3057525"/>
            <a:ext cx="28575" cy="1557338"/>
            <a:chOff x="0" y="0"/>
            <a:chExt cx="38100" cy="20764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" cy="2076450"/>
            </a:xfrm>
            <a:custGeom>
              <a:avLst/>
              <a:gdLst/>
              <a:ahLst/>
              <a:cxnLst/>
              <a:rect r="r" b="b" t="t" l="l"/>
              <a:pathLst>
                <a:path h="2076450" w="38100">
                  <a:moveTo>
                    <a:pt x="0" y="0"/>
                  </a:moveTo>
                  <a:lnTo>
                    <a:pt x="38100" y="0"/>
                  </a:lnTo>
                  <a:lnTo>
                    <a:pt x="3810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6700838"/>
            <a:ext cx="8691086" cy="28575"/>
            <a:chOff x="0" y="0"/>
            <a:chExt cx="11588115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4872038"/>
            <a:ext cx="8691086" cy="28575"/>
            <a:chOff x="0" y="0"/>
            <a:chExt cx="11588115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14400" y="4872038"/>
            <a:ext cx="114300" cy="1857375"/>
            <a:chOff x="0" y="0"/>
            <a:chExt cx="152400" cy="2476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9333E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576864" y="4872038"/>
            <a:ext cx="28575" cy="1857375"/>
            <a:chOff x="0" y="0"/>
            <a:chExt cx="38100" cy="2476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1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38100">
                  <a:moveTo>
                    <a:pt x="0" y="0"/>
                  </a:moveTo>
                  <a:lnTo>
                    <a:pt x="38100" y="0"/>
                  </a:lnTo>
                  <a:lnTo>
                    <a:pt x="381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4400" y="8515350"/>
            <a:ext cx="8691086" cy="28575"/>
            <a:chOff x="0" y="0"/>
            <a:chExt cx="11588115" cy="38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6986588"/>
            <a:ext cx="8691086" cy="28575"/>
            <a:chOff x="0" y="0"/>
            <a:chExt cx="11588115" cy="38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6986588"/>
            <a:ext cx="114300" cy="1557338"/>
            <a:chOff x="0" y="0"/>
            <a:chExt cx="152400" cy="20764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" cy="2076450"/>
            </a:xfrm>
            <a:custGeom>
              <a:avLst/>
              <a:gdLst/>
              <a:ahLst/>
              <a:cxnLst/>
              <a:rect r="r" b="b" t="t" l="l"/>
              <a:pathLst>
                <a:path h="207645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9333E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576864" y="6986588"/>
            <a:ext cx="28575" cy="1557338"/>
            <a:chOff x="0" y="0"/>
            <a:chExt cx="38100" cy="20764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100" cy="2076450"/>
            </a:xfrm>
            <a:custGeom>
              <a:avLst/>
              <a:gdLst/>
              <a:ahLst/>
              <a:cxnLst/>
              <a:rect r="r" b="b" t="t" l="l"/>
              <a:pathLst>
                <a:path h="2076450" w="38100">
                  <a:moveTo>
                    <a:pt x="0" y="0"/>
                  </a:moveTo>
                  <a:lnTo>
                    <a:pt x="38100" y="0"/>
                  </a:lnTo>
                  <a:lnTo>
                    <a:pt x="3810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71600" y="3400425"/>
            <a:ext cx="457200" cy="457200"/>
            <a:chOff x="0" y="0"/>
            <a:chExt cx="609600" cy="609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9333E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71600" y="5214938"/>
            <a:ext cx="457200" cy="457200"/>
            <a:chOff x="0" y="0"/>
            <a:chExt cx="609600" cy="609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9333E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71600" y="7329488"/>
            <a:ext cx="457200" cy="457200"/>
            <a:chOff x="0" y="0"/>
            <a:chExt cx="609600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9333E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176939" y="3086100"/>
            <a:ext cx="7196614" cy="5429250"/>
            <a:chOff x="0" y="0"/>
            <a:chExt cx="9595485" cy="723900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9595485" cy="7239000"/>
            </a:xfrm>
            <a:custGeom>
              <a:avLst/>
              <a:gdLst/>
              <a:ahLst/>
              <a:cxnLst/>
              <a:rect r="r" b="b" t="t" l="l"/>
              <a:pathLst>
                <a:path h="7239000" w="9595485">
                  <a:moveTo>
                    <a:pt x="0" y="0"/>
                  </a:moveTo>
                  <a:lnTo>
                    <a:pt x="9595485" y="0"/>
                  </a:lnTo>
                  <a:lnTo>
                    <a:pt x="9595485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9" t="0" r="-29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219801" y="3128962"/>
            <a:ext cx="7110889" cy="5343525"/>
            <a:chOff x="0" y="0"/>
            <a:chExt cx="9481185" cy="71247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9481185" cy="7124700"/>
            </a:xfrm>
            <a:custGeom>
              <a:avLst/>
              <a:gdLst/>
              <a:ahLst/>
              <a:cxnLst/>
              <a:rect r="r" b="b" t="t" l="l"/>
              <a:pathLst>
                <a:path h="7124700" w="9481185">
                  <a:moveTo>
                    <a:pt x="0" y="0"/>
                  </a:moveTo>
                  <a:lnTo>
                    <a:pt x="9481185" y="0"/>
                  </a:lnTo>
                  <a:lnTo>
                    <a:pt x="9481185" y="7124700"/>
                  </a:lnTo>
                  <a:lnTo>
                    <a:pt x="0" y="712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67" r="0" b="-467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14400" y="781050"/>
            <a:ext cx="7929562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9333EA"/>
                </a:solidFill>
                <a:latin typeface="Arimo Bold"/>
                <a:ea typeface="Arimo Bold"/>
                <a:cs typeface="Arimo Bold"/>
                <a:sym typeface="Arimo Bold"/>
              </a:rPr>
              <a:t>Module 03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167296" y="1069181"/>
            <a:ext cx="2092004" cy="3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A855F7"/>
                </a:solidFill>
                <a:latin typeface="Arimo Bold"/>
                <a:ea typeface="Arimo Bold"/>
                <a:cs typeface="Arimo Bold"/>
                <a:sym typeface="Arimo Bold"/>
              </a:rPr>
              <a:t>Ctrl + Cmd + M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14400" y="1062038"/>
            <a:ext cx="10220030" cy="65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Technique de Masquage (Masks)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71600" y="3933825"/>
            <a:ext cx="9827962" cy="3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La forme placée en bas du calque définit le cadre visible de l'image.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71600" y="5748338"/>
            <a:ext cx="800523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Permet d'insérer une photo rectangulaire dans un cercle sans la déformer.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71600" y="7862888"/>
            <a:ext cx="9827962" cy="3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L'image originale reste intacte et ajustable à tout moment dans Figma.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157288" y="3400425"/>
            <a:ext cx="885825" cy="457200"/>
            <a:chOff x="0" y="0"/>
            <a:chExt cx="1181100" cy="609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81100" cy="609600"/>
            </a:xfrm>
            <a:custGeom>
              <a:avLst/>
              <a:gdLst/>
              <a:ahLst/>
              <a:cxnLst/>
              <a:rect r="r" b="b" t="t" l="l"/>
              <a:pathLst>
                <a:path h="609600" w="1181100">
                  <a:moveTo>
                    <a:pt x="0" y="0"/>
                  </a:moveTo>
                  <a:lnTo>
                    <a:pt x="1181100" y="0"/>
                  </a:lnTo>
                  <a:lnTo>
                    <a:pt x="11811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6267" t="0" r="-16266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57288" y="3386138"/>
            <a:ext cx="885825" cy="471488"/>
            <a:chOff x="0" y="0"/>
            <a:chExt cx="1181100" cy="62865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81100" cy="628650"/>
            </a:xfrm>
            <a:custGeom>
              <a:avLst/>
              <a:gdLst/>
              <a:ahLst/>
              <a:cxnLst/>
              <a:rect r="r" b="b" t="t" l="l"/>
              <a:pathLst>
                <a:path h="628650" w="1181100">
                  <a:moveTo>
                    <a:pt x="0" y="0"/>
                  </a:moveTo>
                  <a:lnTo>
                    <a:pt x="1181100" y="0"/>
                  </a:lnTo>
                  <a:lnTo>
                    <a:pt x="1181100" y="628650"/>
                  </a:lnTo>
                  <a:lnTo>
                    <a:pt x="0" y="6286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8290" t="0" r="-18290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1811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2000250" y="3412331"/>
            <a:ext cx="4631827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Forme Découpeuse (Bas)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157288" y="5214938"/>
            <a:ext cx="885825" cy="457200"/>
            <a:chOff x="0" y="0"/>
            <a:chExt cx="1181100" cy="6096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81100" cy="609600"/>
            </a:xfrm>
            <a:custGeom>
              <a:avLst/>
              <a:gdLst/>
              <a:ahLst/>
              <a:cxnLst/>
              <a:rect r="r" b="b" t="t" l="l"/>
              <a:pathLst>
                <a:path h="609600" w="1181100">
                  <a:moveTo>
                    <a:pt x="0" y="0"/>
                  </a:moveTo>
                  <a:lnTo>
                    <a:pt x="1181100" y="0"/>
                  </a:lnTo>
                  <a:lnTo>
                    <a:pt x="11811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6267" t="0" r="-16266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57288" y="5200650"/>
            <a:ext cx="885825" cy="471488"/>
            <a:chOff x="0" y="0"/>
            <a:chExt cx="1181100" cy="6286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81100" cy="628650"/>
            </a:xfrm>
            <a:custGeom>
              <a:avLst/>
              <a:gdLst/>
              <a:ahLst/>
              <a:cxnLst/>
              <a:rect r="r" b="b" t="t" l="l"/>
              <a:pathLst>
                <a:path h="628650" w="1181100">
                  <a:moveTo>
                    <a:pt x="0" y="0"/>
                  </a:moveTo>
                  <a:lnTo>
                    <a:pt x="1181100" y="0"/>
                  </a:lnTo>
                  <a:lnTo>
                    <a:pt x="1181100" y="628650"/>
                  </a:lnTo>
                  <a:lnTo>
                    <a:pt x="0" y="6286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8290" t="0" r="-18290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11811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2000250" y="5226844"/>
            <a:ext cx="3919242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Avatars &amp; Portraits UI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157288" y="7329488"/>
            <a:ext cx="885825" cy="457200"/>
            <a:chOff x="0" y="0"/>
            <a:chExt cx="1181100" cy="609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81100" cy="609600"/>
            </a:xfrm>
            <a:custGeom>
              <a:avLst/>
              <a:gdLst/>
              <a:ahLst/>
              <a:cxnLst/>
              <a:rect r="r" b="b" t="t" l="l"/>
              <a:pathLst>
                <a:path h="609600" w="1181100">
                  <a:moveTo>
                    <a:pt x="0" y="0"/>
                  </a:moveTo>
                  <a:lnTo>
                    <a:pt x="1181100" y="0"/>
                  </a:lnTo>
                  <a:lnTo>
                    <a:pt x="11811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6267" t="0" r="-16266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57288" y="7315200"/>
            <a:ext cx="885825" cy="471488"/>
            <a:chOff x="0" y="0"/>
            <a:chExt cx="1181100" cy="62865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81100" cy="628650"/>
            </a:xfrm>
            <a:custGeom>
              <a:avLst/>
              <a:gdLst/>
              <a:ahLst/>
              <a:cxnLst/>
              <a:rect r="r" b="b" t="t" l="l"/>
              <a:pathLst>
                <a:path h="628650" w="1181100">
                  <a:moveTo>
                    <a:pt x="0" y="0"/>
                  </a:moveTo>
                  <a:lnTo>
                    <a:pt x="1181100" y="0"/>
                  </a:lnTo>
                  <a:lnTo>
                    <a:pt x="1181100" y="628650"/>
                  </a:lnTo>
                  <a:lnTo>
                    <a:pt x="0" y="6286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8290" t="0" r="-18290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11811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2000250" y="7341394"/>
            <a:ext cx="4481808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Edition Non-Destructive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76772" y="953691"/>
            <a:ext cx="3221831" cy="607219"/>
          </a:xfrm>
          <a:custGeom>
            <a:avLst/>
            <a:gdLst/>
            <a:ahLst/>
            <a:cxnLst/>
            <a:rect r="r" b="b" t="t" l="l"/>
            <a:pathLst>
              <a:path h="607219" w="3221831">
                <a:moveTo>
                  <a:pt x="0" y="0"/>
                </a:moveTo>
                <a:lnTo>
                  <a:pt x="3221831" y="0"/>
                </a:lnTo>
                <a:lnTo>
                  <a:pt x="3221831" y="607218"/>
                </a:lnTo>
                <a:lnTo>
                  <a:pt x="0" y="60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3864769"/>
            <a:ext cx="5257800" cy="3929062"/>
            <a:chOff x="0" y="0"/>
            <a:chExt cx="7010400" cy="52387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10400" cy="5238750"/>
            </a:xfrm>
            <a:custGeom>
              <a:avLst/>
              <a:gdLst/>
              <a:ahLst/>
              <a:cxnLst/>
              <a:rect r="r" b="b" t="t" l="l"/>
              <a:pathLst>
                <a:path h="5238750" w="7010400">
                  <a:moveTo>
                    <a:pt x="0" y="342900"/>
                  </a:moveTo>
                  <a:cubicBezTo>
                    <a:pt x="0" y="153543"/>
                    <a:pt x="153543" y="0"/>
                    <a:pt x="342900" y="0"/>
                  </a:cubicBezTo>
                  <a:lnTo>
                    <a:pt x="6667500" y="0"/>
                  </a:lnTo>
                  <a:cubicBezTo>
                    <a:pt x="6856857" y="0"/>
                    <a:pt x="7010400" y="153543"/>
                    <a:pt x="7010400" y="342900"/>
                  </a:cubicBezTo>
                  <a:lnTo>
                    <a:pt x="7010400" y="4895850"/>
                  </a:lnTo>
                  <a:cubicBezTo>
                    <a:pt x="7010400" y="5085207"/>
                    <a:pt x="6856857" y="5238750"/>
                    <a:pt x="6667500" y="5238750"/>
                  </a:cubicBezTo>
                  <a:lnTo>
                    <a:pt x="342900" y="5238750"/>
                  </a:lnTo>
                  <a:cubicBezTo>
                    <a:pt x="153543" y="5238750"/>
                    <a:pt x="0" y="5085207"/>
                    <a:pt x="0" y="48958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515100" y="3864769"/>
            <a:ext cx="5257800" cy="3929062"/>
            <a:chOff x="0" y="0"/>
            <a:chExt cx="7010400" cy="52387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10400" cy="5238750"/>
            </a:xfrm>
            <a:custGeom>
              <a:avLst/>
              <a:gdLst/>
              <a:ahLst/>
              <a:cxnLst/>
              <a:rect r="r" b="b" t="t" l="l"/>
              <a:pathLst>
                <a:path h="5238750" w="7010400">
                  <a:moveTo>
                    <a:pt x="0" y="342900"/>
                  </a:moveTo>
                  <a:cubicBezTo>
                    <a:pt x="0" y="153543"/>
                    <a:pt x="153543" y="0"/>
                    <a:pt x="342900" y="0"/>
                  </a:cubicBezTo>
                  <a:lnTo>
                    <a:pt x="6667500" y="0"/>
                  </a:lnTo>
                  <a:cubicBezTo>
                    <a:pt x="6856857" y="0"/>
                    <a:pt x="7010400" y="153543"/>
                    <a:pt x="7010400" y="342900"/>
                  </a:cubicBezTo>
                  <a:lnTo>
                    <a:pt x="7010400" y="4895850"/>
                  </a:lnTo>
                  <a:cubicBezTo>
                    <a:pt x="7010400" y="5085207"/>
                    <a:pt x="6856857" y="5238750"/>
                    <a:pt x="6667500" y="5238750"/>
                  </a:cubicBezTo>
                  <a:lnTo>
                    <a:pt x="342900" y="5238750"/>
                  </a:lnTo>
                  <a:cubicBezTo>
                    <a:pt x="153543" y="5238750"/>
                    <a:pt x="0" y="5085207"/>
                    <a:pt x="0" y="48958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15800" y="3864769"/>
            <a:ext cx="5257800" cy="3929062"/>
            <a:chOff x="0" y="0"/>
            <a:chExt cx="7010400" cy="52387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10400" cy="5238750"/>
            </a:xfrm>
            <a:custGeom>
              <a:avLst/>
              <a:gdLst/>
              <a:ahLst/>
              <a:cxnLst/>
              <a:rect r="r" b="b" t="t" l="l"/>
              <a:pathLst>
                <a:path h="5238750" w="7010400">
                  <a:moveTo>
                    <a:pt x="0" y="342900"/>
                  </a:moveTo>
                  <a:cubicBezTo>
                    <a:pt x="0" y="153543"/>
                    <a:pt x="153543" y="0"/>
                    <a:pt x="342900" y="0"/>
                  </a:cubicBezTo>
                  <a:lnTo>
                    <a:pt x="6667500" y="0"/>
                  </a:lnTo>
                  <a:cubicBezTo>
                    <a:pt x="6856857" y="0"/>
                    <a:pt x="7010400" y="153543"/>
                    <a:pt x="7010400" y="342900"/>
                  </a:cubicBezTo>
                  <a:lnTo>
                    <a:pt x="7010400" y="4895850"/>
                  </a:lnTo>
                  <a:cubicBezTo>
                    <a:pt x="7010400" y="5085207"/>
                    <a:pt x="6856857" y="5238750"/>
                    <a:pt x="6667500" y="5238750"/>
                  </a:cubicBezTo>
                  <a:lnTo>
                    <a:pt x="342900" y="5238750"/>
                  </a:lnTo>
                  <a:cubicBezTo>
                    <a:pt x="153543" y="5238750"/>
                    <a:pt x="0" y="5085207"/>
                    <a:pt x="0" y="48958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7750969"/>
            <a:ext cx="5257800" cy="42862"/>
            <a:chOff x="0" y="0"/>
            <a:chExt cx="7010400" cy="571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10400" cy="57150"/>
            </a:xfrm>
            <a:custGeom>
              <a:avLst/>
              <a:gdLst/>
              <a:ahLst/>
              <a:cxnLst/>
              <a:rect r="r" b="b" t="t" l="l"/>
              <a:pathLst>
                <a:path h="5715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3864769"/>
            <a:ext cx="5257800" cy="114300"/>
            <a:chOff x="0" y="0"/>
            <a:chExt cx="7010400" cy="152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10400" cy="152400"/>
            </a:xfrm>
            <a:custGeom>
              <a:avLst/>
              <a:gdLst/>
              <a:ahLst/>
              <a:cxnLst/>
              <a:rect r="r" b="b" t="t" l="l"/>
              <a:pathLst>
                <a:path h="1524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EA580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3864769"/>
            <a:ext cx="42862" cy="3929062"/>
            <a:chOff x="0" y="0"/>
            <a:chExt cx="57150" cy="52387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150" cy="5238750"/>
            </a:xfrm>
            <a:custGeom>
              <a:avLst/>
              <a:gdLst/>
              <a:ahLst/>
              <a:cxnLst/>
              <a:rect r="r" b="b" t="t" l="l"/>
              <a:pathLst>
                <a:path h="5238750" w="57150">
                  <a:moveTo>
                    <a:pt x="0" y="0"/>
                  </a:moveTo>
                  <a:lnTo>
                    <a:pt x="57150" y="0"/>
                  </a:lnTo>
                  <a:lnTo>
                    <a:pt x="57150" y="5238750"/>
                  </a:lnTo>
                  <a:lnTo>
                    <a:pt x="0" y="52387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129338" y="3864769"/>
            <a:ext cx="42862" cy="3929062"/>
            <a:chOff x="0" y="0"/>
            <a:chExt cx="57150" cy="52387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150" cy="5238750"/>
            </a:xfrm>
            <a:custGeom>
              <a:avLst/>
              <a:gdLst/>
              <a:ahLst/>
              <a:cxnLst/>
              <a:rect r="r" b="b" t="t" l="l"/>
              <a:pathLst>
                <a:path h="5238750" w="57150">
                  <a:moveTo>
                    <a:pt x="0" y="0"/>
                  </a:moveTo>
                  <a:lnTo>
                    <a:pt x="57150" y="0"/>
                  </a:lnTo>
                  <a:lnTo>
                    <a:pt x="57150" y="5238750"/>
                  </a:lnTo>
                  <a:lnTo>
                    <a:pt x="0" y="52387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515100" y="7750969"/>
            <a:ext cx="5257800" cy="42862"/>
            <a:chOff x="0" y="0"/>
            <a:chExt cx="7010400" cy="571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10400" cy="57150"/>
            </a:xfrm>
            <a:custGeom>
              <a:avLst/>
              <a:gdLst/>
              <a:ahLst/>
              <a:cxnLst/>
              <a:rect r="r" b="b" t="t" l="l"/>
              <a:pathLst>
                <a:path h="5715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515100" y="3864769"/>
            <a:ext cx="5257800" cy="114300"/>
            <a:chOff x="0" y="0"/>
            <a:chExt cx="7010400" cy="152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10400" cy="152400"/>
            </a:xfrm>
            <a:custGeom>
              <a:avLst/>
              <a:gdLst/>
              <a:ahLst/>
              <a:cxnLst/>
              <a:rect r="r" b="b" t="t" l="l"/>
              <a:pathLst>
                <a:path h="1524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515100" y="3864769"/>
            <a:ext cx="42862" cy="3929062"/>
            <a:chOff x="0" y="0"/>
            <a:chExt cx="57150" cy="52387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150" cy="5238750"/>
            </a:xfrm>
            <a:custGeom>
              <a:avLst/>
              <a:gdLst/>
              <a:ahLst/>
              <a:cxnLst/>
              <a:rect r="r" b="b" t="t" l="l"/>
              <a:pathLst>
                <a:path h="5238750" w="57150">
                  <a:moveTo>
                    <a:pt x="0" y="0"/>
                  </a:moveTo>
                  <a:lnTo>
                    <a:pt x="57150" y="0"/>
                  </a:lnTo>
                  <a:lnTo>
                    <a:pt x="57150" y="5238750"/>
                  </a:lnTo>
                  <a:lnTo>
                    <a:pt x="0" y="52387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730038" y="3864769"/>
            <a:ext cx="42862" cy="3929062"/>
            <a:chOff x="0" y="0"/>
            <a:chExt cx="57150" cy="52387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150" cy="5238750"/>
            </a:xfrm>
            <a:custGeom>
              <a:avLst/>
              <a:gdLst/>
              <a:ahLst/>
              <a:cxnLst/>
              <a:rect r="r" b="b" t="t" l="l"/>
              <a:pathLst>
                <a:path h="5238750" w="57150">
                  <a:moveTo>
                    <a:pt x="0" y="0"/>
                  </a:moveTo>
                  <a:lnTo>
                    <a:pt x="57150" y="0"/>
                  </a:lnTo>
                  <a:lnTo>
                    <a:pt x="57150" y="5238750"/>
                  </a:lnTo>
                  <a:lnTo>
                    <a:pt x="0" y="52387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115800" y="7750969"/>
            <a:ext cx="5257800" cy="42862"/>
            <a:chOff x="0" y="0"/>
            <a:chExt cx="7010400" cy="571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10400" cy="57150"/>
            </a:xfrm>
            <a:custGeom>
              <a:avLst/>
              <a:gdLst/>
              <a:ahLst/>
              <a:cxnLst/>
              <a:rect r="r" b="b" t="t" l="l"/>
              <a:pathLst>
                <a:path h="5715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115800" y="3864769"/>
            <a:ext cx="5257800" cy="114300"/>
            <a:chOff x="0" y="0"/>
            <a:chExt cx="7010400" cy="152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10400" cy="152400"/>
            </a:xfrm>
            <a:custGeom>
              <a:avLst/>
              <a:gdLst/>
              <a:ahLst/>
              <a:cxnLst/>
              <a:rect r="r" b="b" t="t" l="l"/>
              <a:pathLst>
                <a:path h="1524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115800" y="3864769"/>
            <a:ext cx="42862" cy="3929062"/>
            <a:chOff x="0" y="0"/>
            <a:chExt cx="57150" cy="52387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150" cy="5238750"/>
            </a:xfrm>
            <a:custGeom>
              <a:avLst/>
              <a:gdLst/>
              <a:ahLst/>
              <a:cxnLst/>
              <a:rect r="r" b="b" t="t" l="l"/>
              <a:pathLst>
                <a:path h="5238750" w="57150">
                  <a:moveTo>
                    <a:pt x="0" y="0"/>
                  </a:moveTo>
                  <a:lnTo>
                    <a:pt x="57150" y="0"/>
                  </a:lnTo>
                  <a:lnTo>
                    <a:pt x="57150" y="5238750"/>
                  </a:lnTo>
                  <a:lnTo>
                    <a:pt x="0" y="52387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7330738" y="3864769"/>
            <a:ext cx="42862" cy="3929062"/>
            <a:chOff x="0" y="0"/>
            <a:chExt cx="57150" cy="52387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150" cy="5238750"/>
            </a:xfrm>
            <a:custGeom>
              <a:avLst/>
              <a:gdLst/>
              <a:ahLst/>
              <a:cxnLst/>
              <a:rect r="r" b="b" t="t" l="l"/>
              <a:pathLst>
                <a:path h="5238750" w="57150">
                  <a:moveTo>
                    <a:pt x="0" y="0"/>
                  </a:moveTo>
                  <a:lnTo>
                    <a:pt x="57150" y="0"/>
                  </a:lnTo>
                  <a:lnTo>
                    <a:pt x="57150" y="5238750"/>
                  </a:lnTo>
                  <a:lnTo>
                    <a:pt x="0" y="52387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5282355" y="5638200"/>
            <a:ext cx="459438" cy="396478"/>
          </a:xfrm>
          <a:custGeom>
            <a:avLst/>
            <a:gdLst/>
            <a:ahLst/>
            <a:cxnLst/>
            <a:rect r="r" b="b" t="t" l="l"/>
            <a:pathLst>
              <a:path h="396478" w="459438">
                <a:moveTo>
                  <a:pt x="0" y="0"/>
                </a:moveTo>
                <a:lnTo>
                  <a:pt x="459439" y="0"/>
                </a:lnTo>
                <a:lnTo>
                  <a:pt x="459439" y="396478"/>
                </a:lnTo>
                <a:lnTo>
                  <a:pt x="0" y="3964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9202722" y="5638200"/>
            <a:ext cx="2139839" cy="396478"/>
          </a:xfrm>
          <a:custGeom>
            <a:avLst/>
            <a:gdLst/>
            <a:ahLst/>
            <a:cxnLst/>
            <a:rect r="r" b="b" t="t" l="l"/>
            <a:pathLst>
              <a:path h="396478" w="2139839">
                <a:moveTo>
                  <a:pt x="0" y="0"/>
                </a:moveTo>
                <a:lnTo>
                  <a:pt x="2139838" y="0"/>
                </a:lnTo>
                <a:lnTo>
                  <a:pt x="2139838" y="396478"/>
                </a:lnTo>
                <a:lnTo>
                  <a:pt x="0" y="3964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763580" y="5638200"/>
            <a:ext cx="1179624" cy="396478"/>
          </a:xfrm>
          <a:custGeom>
            <a:avLst/>
            <a:gdLst/>
            <a:ahLst/>
            <a:cxnLst/>
            <a:rect r="r" b="b" t="t" l="l"/>
            <a:pathLst>
              <a:path h="396478" w="1179624">
                <a:moveTo>
                  <a:pt x="0" y="0"/>
                </a:moveTo>
                <a:lnTo>
                  <a:pt x="1179623" y="0"/>
                </a:lnTo>
                <a:lnTo>
                  <a:pt x="1179623" y="396478"/>
                </a:lnTo>
                <a:lnTo>
                  <a:pt x="0" y="3964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357312" y="4493419"/>
            <a:ext cx="800100" cy="800100"/>
            <a:chOff x="0" y="0"/>
            <a:chExt cx="1066800" cy="106680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892" r="0" b="-892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958012" y="4493419"/>
            <a:ext cx="800100" cy="800100"/>
            <a:chOff x="0" y="0"/>
            <a:chExt cx="1066800" cy="10668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892" r="0" b="-892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558712" y="4493419"/>
            <a:ext cx="800100" cy="800100"/>
            <a:chOff x="0" y="0"/>
            <a:chExt cx="1066800" cy="1066800"/>
          </a:xfrm>
        </p:grpSpPr>
        <p:sp>
          <p:nvSpPr>
            <p:cNvPr name="Freeform 41" id="41" descr="image.png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892" r="0" b="-892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578769" y="4693444"/>
            <a:ext cx="357188" cy="400050"/>
            <a:chOff x="0" y="0"/>
            <a:chExt cx="476250" cy="533400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476250" cy="533400"/>
            </a:xfrm>
            <a:custGeom>
              <a:avLst/>
              <a:gdLst/>
              <a:ahLst/>
              <a:cxnLst/>
              <a:rect r="r" b="b" t="t" l="l"/>
              <a:pathLst>
                <a:path h="5334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07" t="0" r="-205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158038" y="4693444"/>
            <a:ext cx="400050" cy="400050"/>
            <a:chOff x="0" y="0"/>
            <a:chExt cx="533400" cy="533400"/>
          </a:xfrm>
        </p:grpSpPr>
        <p:sp>
          <p:nvSpPr>
            <p:cNvPr name="Freeform 45" id="45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785" r="0" b="-178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758738" y="4693444"/>
            <a:ext cx="400050" cy="400050"/>
            <a:chOff x="0" y="0"/>
            <a:chExt cx="533400" cy="533400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785" r="0" b="-1785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914400" y="781050"/>
            <a:ext cx="5972175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EA580C"/>
                </a:solidFill>
                <a:latin typeface="Arimo Bold"/>
                <a:ea typeface="Arimo Bold"/>
                <a:cs typeface="Arimo Bold"/>
                <a:sym typeface="Arimo Bold"/>
              </a:rPr>
              <a:t>Module 04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458950" y="1054894"/>
            <a:ext cx="2800350" cy="366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6" b="true">
                <a:solidFill>
                  <a:srgbClr val="C2410C"/>
                </a:solidFill>
                <a:latin typeface="Arimo Bold"/>
                <a:ea typeface="Arimo Bold"/>
                <a:cs typeface="Arimo Bold"/>
                <a:sym typeface="Arimo Bold"/>
              </a:rPr>
              <a:t>Modification Dynamique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14400" y="1062038"/>
            <a:ext cx="7650956" cy="65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Outils de Transformation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57312" y="6055519"/>
            <a:ext cx="451485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Ajuste la taille globale en conservant l'épaisseur des bordures et la taille de typographie.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958012" y="6055519"/>
            <a:ext cx="45148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Pivote par incréments de 15° (15°, 30°, 45°, 90°) pour un calage ultra précis.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558712" y="6055519"/>
            <a:ext cx="451485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Adoucit les angles des rectangles pour créer des boutons modernes et des cartes douces.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57312" y="5617369"/>
            <a:ext cx="205525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Scale Tool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437737" y="5688806"/>
            <a:ext cx="29155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K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958012" y="5617369"/>
            <a:ext cx="29625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Rotation Angle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358093" y="5688806"/>
            <a:ext cx="197189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Shift + Glisser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558712" y="5617369"/>
            <a:ext cx="281284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Corner Radius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918952" y="5688806"/>
            <a:ext cx="101173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Arrondi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48184" y="953691"/>
            <a:ext cx="3350419" cy="607219"/>
          </a:xfrm>
          <a:custGeom>
            <a:avLst/>
            <a:gdLst/>
            <a:ahLst/>
            <a:cxnLst/>
            <a:rect r="r" b="b" t="t" l="l"/>
            <a:pathLst>
              <a:path h="607219" w="3350419">
                <a:moveTo>
                  <a:pt x="0" y="0"/>
                </a:moveTo>
                <a:lnTo>
                  <a:pt x="3350419" y="0"/>
                </a:lnTo>
                <a:lnTo>
                  <a:pt x="3350419" y="607218"/>
                </a:lnTo>
                <a:lnTo>
                  <a:pt x="0" y="607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3529012"/>
            <a:ext cx="8691086" cy="1343025"/>
            <a:chOff x="0" y="0"/>
            <a:chExt cx="11588115" cy="1790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588115" cy="1790700"/>
            </a:xfrm>
            <a:custGeom>
              <a:avLst/>
              <a:gdLst/>
              <a:ahLst/>
              <a:cxnLst/>
              <a:rect r="r" b="b" t="t" l="l"/>
              <a:pathLst>
                <a:path h="1790700" w="11588115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1321415" y="0"/>
                  </a:lnTo>
                  <a:cubicBezTo>
                    <a:pt x="11468735" y="0"/>
                    <a:pt x="11588115" y="119380"/>
                    <a:pt x="11588115" y="266700"/>
                  </a:cubicBezTo>
                  <a:lnTo>
                    <a:pt x="11588115" y="1524000"/>
                  </a:lnTo>
                  <a:cubicBezTo>
                    <a:pt x="11588115" y="1671320"/>
                    <a:pt x="11468735" y="1790700"/>
                    <a:pt x="11321415" y="1790700"/>
                  </a:cubicBezTo>
                  <a:lnTo>
                    <a:pt x="266700" y="1790700"/>
                  </a:lnTo>
                  <a:cubicBezTo>
                    <a:pt x="119380" y="1790700"/>
                    <a:pt x="0" y="1671320"/>
                    <a:pt x="0" y="15240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5129212"/>
            <a:ext cx="8691086" cy="1343025"/>
            <a:chOff x="0" y="0"/>
            <a:chExt cx="11588115" cy="1790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88115" cy="1790700"/>
            </a:xfrm>
            <a:custGeom>
              <a:avLst/>
              <a:gdLst/>
              <a:ahLst/>
              <a:cxnLst/>
              <a:rect r="r" b="b" t="t" l="l"/>
              <a:pathLst>
                <a:path h="1790700" w="11588115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1321415" y="0"/>
                  </a:lnTo>
                  <a:cubicBezTo>
                    <a:pt x="11468735" y="0"/>
                    <a:pt x="11588115" y="119380"/>
                    <a:pt x="11588115" y="266700"/>
                  </a:cubicBezTo>
                  <a:lnTo>
                    <a:pt x="11588115" y="1524000"/>
                  </a:lnTo>
                  <a:cubicBezTo>
                    <a:pt x="11588115" y="1671320"/>
                    <a:pt x="11468735" y="1790700"/>
                    <a:pt x="11321415" y="1790700"/>
                  </a:cubicBezTo>
                  <a:lnTo>
                    <a:pt x="266700" y="1790700"/>
                  </a:lnTo>
                  <a:cubicBezTo>
                    <a:pt x="119380" y="1790700"/>
                    <a:pt x="0" y="1671320"/>
                    <a:pt x="0" y="15240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6729412"/>
            <a:ext cx="8691086" cy="1343025"/>
            <a:chOff x="0" y="0"/>
            <a:chExt cx="11588115" cy="1790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588115" cy="1790700"/>
            </a:xfrm>
            <a:custGeom>
              <a:avLst/>
              <a:gdLst/>
              <a:ahLst/>
              <a:cxnLst/>
              <a:rect r="r" b="b" t="t" l="l"/>
              <a:pathLst>
                <a:path h="1790700" w="11588115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1321415" y="0"/>
                  </a:lnTo>
                  <a:cubicBezTo>
                    <a:pt x="11468735" y="0"/>
                    <a:pt x="11588115" y="119380"/>
                    <a:pt x="11588115" y="266700"/>
                  </a:cubicBezTo>
                  <a:lnTo>
                    <a:pt x="11588115" y="1524000"/>
                  </a:lnTo>
                  <a:cubicBezTo>
                    <a:pt x="11588115" y="1671320"/>
                    <a:pt x="11468735" y="1790700"/>
                    <a:pt x="11321415" y="1790700"/>
                  </a:cubicBezTo>
                  <a:lnTo>
                    <a:pt x="266700" y="1790700"/>
                  </a:lnTo>
                  <a:cubicBezTo>
                    <a:pt x="119380" y="1790700"/>
                    <a:pt x="0" y="1671320"/>
                    <a:pt x="0" y="15240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4843462"/>
            <a:ext cx="8691086" cy="28575"/>
            <a:chOff x="0" y="0"/>
            <a:chExt cx="11588115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3529012"/>
            <a:ext cx="8691086" cy="28575"/>
            <a:chOff x="0" y="0"/>
            <a:chExt cx="11588115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3529012"/>
            <a:ext cx="114300" cy="1343025"/>
            <a:chOff x="0" y="0"/>
            <a:chExt cx="152400" cy="17907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790700"/>
                  </a:lnTo>
                  <a:lnTo>
                    <a:pt x="0" y="17907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576864" y="3529012"/>
            <a:ext cx="28575" cy="1343025"/>
            <a:chOff x="0" y="0"/>
            <a:chExt cx="38100" cy="17907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38100">
                  <a:moveTo>
                    <a:pt x="0" y="0"/>
                  </a:moveTo>
                  <a:lnTo>
                    <a:pt x="38100" y="0"/>
                  </a:lnTo>
                  <a:lnTo>
                    <a:pt x="38100" y="1790700"/>
                  </a:lnTo>
                  <a:lnTo>
                    <a:pt x="0" y="17907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6443662"/>
            <a:ext cx="8691086" cy="28575"/>
            <a:chOff x="0" y="0"/>
            <a:chExt cx="11588115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5129212"/>
            <a:ext cx="8691086" cy="28575"/>
            <a:chOff x="0" y="0"/>
            <a:chExt cx="11588115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14400" y="5129212"/>
            <a:ext cx="114300" cy="1343025"/>
            <a:chOff x="0" y="0"/>
            <a:chExt cx="152400" cy="17907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790700"/>
                  </a:lnTo>
                  <a:lnTo>
                    <a:pt x="0" y="1790700"/>
                  </a:lnTo>
                  <a:close/>
                </a:path>
              </a:pathLst>
            </a:custGeom>
            <a:solidFill>
              <a:srgbClr val="E11D4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576864" y="5129212"/>
            <a:ext cx="28575" cy="1343025"/>
            <a:chOff x="0" y="0"/>
            <a:chExt cx="38100" cy="17907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1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38100">
                  <a:moveTo>
                    <a:pt x="0" y="0"/>
                  </a:moveTo>
                  <a:lnTo>
                    <a:pt x="38100" y="0"/>
                  </a:lnTo>
                  <a:lnTo>
                    <a:pt x="38100" y="1790700"/>
                  </a:lnTo>
                  <a:lnTo>
                    <a:pt x="0" y="17907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4400" y="8043862"/>
            <a:ext cx="8691086" cy="28575"/>
            <a:chOff x="0" y="0"/>
            <a:chExt cx="11588115" cy="38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6729412"/>
            <a:ext cx="8691086" cy="28575"/>
            <a:chOff x="0" y="0"/>
            <a:chExt cx="11588115" cy="38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588115" cy="38100"/>
            </a:xfrm>
            <a:custGeom>
              <a:avLst/>
              <a:gdLst/>
              <a:ahLst/>
              <a:cxnLst/>
              <a:rect r="r" b="b" t="t" l="l"/>
              <a:pathLst>
                <a:path h="38100" w="11588115">
                  <a:moveTo>
                    <a:pt x="0" y="0"/>
                  </a:moveTo>
                  <a:lnTo>
                    <a:pt x="11588115" y="0"/>
                  </a:lnTo>
                  <a:lnTo>
                    <a:pt x="115881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6729412"/>
            <a:ext cx="114300" cy="1343025"/>
            <a:chOff x="0" y="0"/>
            <a:chExt cx="152400" cy="17907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790700"/>
                  </a:lnTo>
                  <a:lnTo>
                    <a:pt x="0" y="17907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576864" y="6729412"/>
            <a:ext cx="28575" cy="1343025"/>
            <a:chOff x="0" y="0"/>
            <a:chExt cx="38100" cy="1790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1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38100">
                  <a:moveTo>
                    <a:pt x="0" y="0"/>
                  </a:moveTo>
                  <a:lnTo>
                    <a:pt x="38100" y="0"/>
                  </a:lnTo>
                  <a:lnTo>
                    <a:pt x="38100" y="1790700"/>
                  </a:lnTo>
                  <a:lnTo>
                    <a:pt x="0" y="17907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219801" y="3128962"/>
            <a:ext cx="4114800" cy="300038"/>
            <a:chOff x="0" y="0"/>
            <a:chExt cx="5486400" cy="40005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5486400" cy="400050"/>
            </a:xfrm>
            <a:custGeom>
              <a:avLst/>
              <a:gdLst/>
              <a:ahLst/>
              <a:cxnLst/>
              <a:rect r="r" b="b" t="t" l="l"/>
              <a:pathLst>
                <a:path h="4000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3" t="0" r="-173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14400" y="781050"/>
            <a:ext cx="6843712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E11D48"/>
                </a:solidFill>
                <a:latin typeface="Arimo Bold"/>
                <a:ea typeface="Arimo Bold"/>
                <a:cs typeface="Arimo Bold"/>
                <a:sym typeface="Arimo Bold"/>
              </a:rPr>
              <a:t>Module 05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14400" y="1062038"/>
            <a:ext cx="8794852" cy="65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Cas Pratique : Formulaires UI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71600" y="3805238"/>
            <a:ext cx="10319356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1. Champs de Saisie (Input Fields)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71600" y="4219575"/>
            <a:ext cx="9827962" cy="3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Rectangle de fond + contour gris + texte d'indication (Placeholder).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71600" y="5405438"/>
            <a:ext cx="10319356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2. Boutons d'Action (CTA Buttons)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71600" y="5819775"/>
            <a:ext cx="9827962" cy="3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Rectangle arrondi (8px) + fond de couleur vive + texte centré.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71600" y="7005638"/>
            <a:ext cx="10319356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3. Cases à cocher (Checkboxes)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71600" y="7419975"/>
            <a:ext cx="9827962" cy="3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Combinaison d'un petit carré vectoriel et d'un icône d'état validé.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091214" y="3128962"/>
            <a:ext cx="7296674" cy="5497763"/>
            <a:chOff x="0" y="0"/>
            <a:chExt cx="9728898" cy="733035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728962" cy="7330313"/>
            </a:xfrm>
            <a:custGeom>
              <a:avLst/>
              <a:gdLst/>
              <a:ahLst/>
              <a:cxnLst/>
              <a:rect r="r" b="b" t="t" l="l"/>
              <a:pathLst>
                <a:path h="7330313" w="9728962">
                  <a:moveTo>
                    <a:pt x="0" y="0"/>
                  </a:moveTo>
                  <a:lnTo>
                    <a:pt x="9728962" y="0"/>
                  </a:lnTo>
                  <a:lnTo>
                    <a:pt x="9728962" y="7330313"/>
                  </a:lnTo>
                  <a:lnTo>
                    <a:pt x="0" y="7330313"/>
                  </a:lnTo>
                  <a:close/>
                </a:path>
              </a:pathLst>
            </a:custGeom>
            <a:blipFill>
              <a:blip r:embed="rId5"/>
              <a:stretch>
                <a:fillRect l="-230" t="0" r="-230" b="0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4330362" y="1054894"/>
            <a:ext cx="2928938" cy="366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6" b="true">
                <a:solidFill>
                  <a:srgbClr val="BE123C"/>
                </a:solidFill>
                <a:latin typeface="Arimo Bold"/>
                <a:ea typeface="Arimo Bold"/>
                <a:cs typeface="Arimo Bold"/>
                <a:sym typeface="Arimo Bold"/>
              </a:rPr>
              <a:t>Assemblage Composants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6900" y="3098606"/>
            <a:ext cx="16534209" cy="1246584"/>
          </a:xfrm>
          <a:custGeom>
            <a:avLst/>
            <a:gdLst/>
            <a:ahLst/>
            <a:cxnLst/>
            <a:rect r="r" b="b" t="t" l="l"/>
            <a:pathLst>
              <a:path h="1246584" w="16534209">
                <a:moveTo>
                  <a:pt x="0" y="0"/>
                </a:moveTo>
                <a:lnTo>
                  <a:pt x="16534209" y="0"/>
                </a:lnTo>
                <a:lnTo>
                  <a:pt x="16534209" y="1246585"/>
                </a:lnTo>
                <a:lnTo>
                  <a:pt x="0" y="124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6900" y="4498781"/>
            <a:ext cx="16534209" cy="1246584"/>
          </a:xfrm>
          <a:custGeom>
            <a:avLst/>
            <a:gdLst/>
            <a:ahLst/>
            <a:cxnLst/>
            <a:rect r="r" b="b" t="t" l="l"/>
            <a:pathLst>
              <a:path h="1246584" w="16534209">
                <a:moveTo>
                  <a:pt x="0" y="0"/>
                </a:moveTo>
                <a:lnTo>
                  <a:pt x="16534209" y="0"/>
                </a:lnTo>
                <a:lnTo>
                  <a:pt x="16534209" y="1246585"/>
                </a:lnTo>
                <a:lnTo>
                  <a:pt x="0" y="124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6900" y="5898956"/>
            <a:ext cx="16534209" cy="1246584"/>
          </a:xfrm>
          <a:custGeom>
            <a:avLst/>
            <a:gdLst/>
            <a:ahLst/>
            <a:cxnLst/>
            <a:rect r="r" b="b" t="t" l="l"/>
            <a:pathLst>
              <a:path h="1246584" w="16534209">
                <a:moveTo>
                  <a:pt x="0" y="0"/>
                </a:moveTo>
                <a:lnTo>
                  <a:pt x="16534209" y="0"/>
                </a:lnTo>
                <a:lnTo>
                  <a:pt x="16534209" y="1246585"/>
                </a:lnTo>
                <a:lnTo>
                  <a:pt x="0" y="124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6900" y="7299131"/>
            <a:ext cx="16534209" cy="1246584"/>
          </a:xfrm>
          <a:custGeom>
            <a:avLst/>
            <a:gdLst/>
            <a:ahLst/>
            <a:cxnLst/>
            <a:rect r="r" b="b" t="t" l="l"/>
            <a:pathLst>
              <a:path h="1246584" w="16534209">
                <a:moveTo>
                  <a:pt x="0" y="0"/>
                </a:moveTo>
                <a:lnTo>
                  <a:pt x="16534209" y="0"/>
                </a:lnTo>
                <a:lnTo>
                  <a:pt x="16534209" y="1246585"/>
                </a:lnTo>
                <a:lnTo>
                  <a:pt x="0" y="124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23294" y="6324000"/>
            <a:ext cx="2019919" cy="396478"/>
          </a:xfrm>
          <a:custGeom>
            <a:avLst/>
            <a:gdLst/>
            <a:ahLst/>
            <a:cxnLst/>
            <a:rect r="r" b="b" t="t" l="l"/>
            <a:pathLst>
              <a:path h="396478" w="2019919">
                <a:moveTo>
                  <a:pt x="0" y="0"/>
                </a:moveTo>
                <a:lnTo>
                  <a:pt x="2019919" y="0"/>
                </a:lnTo>
                <a:lnTo>
                  <a:pt x="2019919" y="396478"/>
                </a:lnTo>
                <a:lnTo>
                  <a:pt x="0" y="3964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083008" y="7724184"/>
            <a:ext cx="2860215" cy="396478"/>
          </a:xfrm>
          <a:custGeom>
            <a:avLst/>
            <a:gdLst/>
            <a:ahLst/>
            <a:cxnLst/>
            <a:rect r="r" b="b" t="t" l="l"/>
            <a:pathLst>
              <a:path h="396478" w="2860215">
                <a:moveTo>
                  <a:pt x="0" y="0"/>
                </a:moveTo>
                <a:lnTo>
                  <a:pt x="2860214" y="0"/>
                </a:lnTo>
                <a:lnTo>
                  <a:pt x="2860214" y="396479"/>
                </a:lnTo>
                <a:lnTo>
                  <a:pt x="0" y="3964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57312" y="3464719"/>
            <a:ext cx="514350" cy="514350"/>
            <a:chOff x="0" y="0"/>
            <a:chExt cx="685800" cy="685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342900"/>
                  </a:moveTo>
                  <a:cubicBezTo>
                    <a:pt x="0" y="153543"/>
                    <a:pt x="153543" y="0"/>
                    <a:pt x="342900" y="0"/>
                  </a:cubicBezTo>
                  <a:cubicBezTo>
                    <a:pt x="532257" y="0"/>
                    <a:pt x="685800" y="153543"/>
                    <a:pt x="685800" y="342900"/>
                  </a:cubicBezTo>
                  <a:cubicBezTo>
                    <a:pt x="685800" y="532257"/>
                    <a:pt x="532257" y="685800"/>
                    <a:pt x="342900" y="685800"/>
                  </a:cubicBezTo>
                  <a:cubicBezTo>
                    <a:pt x="153543" y="685800"/>
                    <a:pt x="0" y="532257"/>
                    <a:pt x="0" y="342900"/>
                  </a:cubicBezTo>
                  <a:close/>
                </a:path>
              </a:pathLst>
            </a:custGeom>
            <a:solidFill>
              <a:srgbClr val="0284C7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1790978" y="3523650"/>
            <a:ext cx="1899809" cy="396478"/>
          </a:xfrm>
          <a:custGeom>
            <a:avLst/>
            <a:gdLst/>
            <a:ahLst/>
            <a:cxnLst/>
            <a:rect r="r" b="b" t="t" l="l"/>
            <a:pathLst>
              <a:path h="396478" w="1899809">
                <a:moveTo>
                  <a:pt x="0" y="0"/>
                </a:moveTo>
                <a:lnTo>
                  <a:pt x="1899809" y="0"/>
                </a:lnTo>
                <a:lnTo>
                  <a:pt x="1899809" y="396478"/>
                </a:lnTo>
                <a:lnTo>
                  <a:pt x="0" y="3964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837225" y="3523650"/>
            <a:ext cx="1539764" cy="396478"/>
          </a:xfrm>
          <a:custGeom>
            <a:avLst/>
            <a:gdLst/>
            <a:ahLst/>
            <a:cxnLst/>
            <a:rect r="r" b="b" t="t" l="l"/>
            <a:pathLst>
              <a:path h="396478" w="1539764">
                <a:moveTo>
                  <a:pt x="0" y="0"/>
                </a:moveTo>
                <a:lnTo>
                  <a:pt x="1539764" y="0"/>
                </a:lnTo>
                <a:lnTo>
                  <a:pt x="1539764" y="396478"/>
                </a:lnTo>
                <a:lnTo>
                  <a:pt x="0" y="3964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523369" y="3523650"/>
            <a:ext cx="1419844" cy="396478"/>
          </a:xfrm>
          <a:custGeom>
            <a:avLst/>
            <a:gdLst/>
            <a:ahLst/>
            <a:cxnLst/>
            <a:rect r="r" b="b" t="t" l="l"/>
            <a:pathLst>
              <a:path h="396478" w="1419844">
                <a:moveTo>
                  <a:pt x="0" y="0"/>
                </a:moveTo>
                <a:lnTo>
                  <a:pt x="1419844" y="0"/>
                </a:lnTo>
                <a:lnTo>
                  <a:pt x="1419844" y="396478"/>
                </a:lnTo>
                <a:lnTo>
                  <a:pt x="0" y="3964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357312" y="4864894"/>
            <a:ext cx="514350" cy="514350"/>
            <a:chOff x="0" y="0"/>
            <a:chExt cx="685800" cy="685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342900"/>
                  </a:moveTo>
                  <a:cubicBezTo>
                    <a:pt x="0" y="153543"/>
                    <a:pt x="153543" y="0"/>
                    <a:pt x="342900" y="0"/>
                  </a:cubicBezTo>
                  <a:cubicBezTo>
                    <a:pt x="532257" y="0"/>
                    <a:pt x="685800" y="153543"/>
                    <a:pt x="685800" y="342900"/>
                  </a:cubicBezTo>
                  <a:cubicBezTo>
                    <a:pt x="685800" y="532257"/>
                    <a:pt x="532257" y="685800"/>
                    <a:pt x="342900" y="685800"/>
                  </a:cubicBezTo>
                  <a:cubicBezTo>
                    <a:pt x="153543" y="685800"/>
                    <a:pt x="0" y="532257"/>
                    <a:pt x="0" y="34290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3597233" y="4923834"/>
            <a:ext cx="1899809" cy="396478"/>
          </a:xfrm>
          <a:custGeom>
            <a:avLst/>
            <a:gdLst/>
            <a:ahLst/>
            <a:cxnLst/>
            <a:rect r="r" b="b" t="t" l="l"/>
            <a:pathLst>
              <a:path h="396478" w="1899809">
                <a:moveTo>
                  <a:pt x="0" y="0"/>
                </a:moveTo>
                <a:lnTo>
                  <a:pt x="1899809" y="0"/>
                </a:lnTo>
                <a:lnTo>
                  <a:pt x="1899809" y="396479"/>
                </a:lnTo>
                <a:lnTo>
                  <a:pt x="0" y="396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643469" y="4923834"/>
            <a:ext cx="1299734" cy="396478"/>
          </a:xfrm>
          <a:custGeom>
            <a:avLst/>
            <a:gdLst/>
            <a:ahLst/>
            <a:cxnLst/>
            <a:rect r="r" b="b" t="t" l="l"/>
            <a:pathLst>
              <a:path h="396478" w="1299734">
                <a:moveTo>
                  <a:pt x="0" y="0"/>
                </a:moveTo>
                <a:lnTo>
                  <a:pt x="1299734" y="0"/>
                </a:lnTo>
                <a:lnTo>
                  <a:pt x="1299734" y="396479"/>
                </a:lnTo>
                <a:lnTo>
                  <a:pt x="0" y="3964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357312" y="6265069"/>
            <a:ext cx="514350" cy="514350"/>
            <a:chOff x="0" y="0"/>
            <a:chExt cx="685800" cy="685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342900"/>
                  </a:moveTo>
                  <a:cubicBezTo>
                    <a:pt x="0" y="153543"/>
                    <a:pt x="153543" y="0"/>
                    <a:pt x="342900" y="0"/>
                  </a:cubicBezTo>
                  <a:cubicBezTo>
                    <a:pt x="532257" y="0"/>
                    <a:pt x="685800" y="153543"/>
                    <a:pt x="685800" y="342900"/>
                  </a:cubicBezTo>
                  <a:cubicBezTo>
                    <a:pt x="685800" y="532257"/>
                    <a:pt x="532257" y="685800"/>
                    <a:pt x="342900" y="685800"/>
                  </a:cubicBezTo>
                  <a:cubicBezTo>
                    <a:pt x="153543" y="685800"/>
                    <a:pt x="0" y="532257"/>
                    <a:pt x="0" y="342900"/>
                  </a:cubicBezTo>
                  <a:close/>
                </a:path>
              </a:pathLst>
            </a:custGeom>
            <a:solidFill>
              <a:srgbClr val="9333E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57312" y="7665244"/>
            <a:ext cx="514350" cy="514350"/>
            <a:chOff x="0" y="0"/>
            <a:chExt cx="685800" cy="685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342900"/>
                  </a:moveTo>
                  <a:cubicBezTo>
                    <a:pt x="0" y="153543"/>
                    <a:pt x="153543" y="0"/>
                    <a:pt x="342900" y="0"/>
                  </a:cubicBezTo>
                  <a:cubicBezTo>
                    <a:pt x="532257" y="0"/>
                    <a:pt x="685800" y="153543"/>
                    <a:pt x="685800" y="342900"/>
                  </a:cubicBezTo>
                  <a:cubicBezTo>
                    <a:pt x="685800" y="532257"/>
                    <a:pt x="532257" y="685800"/>
                    <a:pt x="342900" y="685800"/>
                  </a:cubicBezTo>
                  <a:cubicBezTo>
                    <a:pt x="153543" y="685800"/>
                    <a:pt x="0" y="532257"/>
                    <a:pt x="0" y="342900"/>
                  </a:cubicBezTo>
                  <a:close/>
                </a:path>
              </a:pathLst>
            </a:custGeom>
            <a:solidFill>
              <a:srgbClr val="EA580C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14400" y="781050"/>
            <a:ext cx="173736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4F46E5"/>
                </a:solidFill>
                <a:latin typeface="Arimo Bold"/>
                <a:ea typeface="Arimo Bold"/>
                <a:cs typeface="Arimo Bold"/>
                <a:sym typeface="Arimo Bold"/>
              </a:rPr>
              <a:t>SYNTHÈSE POUR LA PRÉSENTATION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1104900"/>
            <a:ext cx="17373600" cy="65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Récapitulatif des Raccourcis Figma (Groupe 2)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078666" y="6374606"/>
            <a:ext cx="18520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A855F7"/>
                </a:solidFill>
                <a:latin typeface="Arimo Bold"/>
                <a:ea typeface="Arimo Bold"/>
                <a:cs typeface="Arimo Bold"/>
                <a:sym typeface="Arimo Bold"/>
              </a:rPr>
              <a:t>Ctrl + Cmd + 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38389" y="7774781"/>
            <a:ext cx="269229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Touche K (Scale Tool)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43000" y="3464719"/>
            <a:ext cx="942975" cy="514350"/>
            <a:chOff x="0" y="0"/>
            <a:chExt cx="1257300" cy="685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57300" cy="685800"/>
            </a:xfrm>
            <a:custGeom>
              <a:avLst/>
              <a:gdLst/>
              <a:ahLst/>
              <a:cxnLst/>
              <a:rect r="r" b="b" t="t" l="l"/>
              <a:pathLst>
                <a:path h="6858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-20032" t="0" r="-20032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43000" y="3457575"/>
            <a:ext cx="942975" cy="521494"/>
            <a:chOff x="0" y="0"/>
            <a:chExt cx="1257300" cy="6953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57300" cy="695325"/>
            </a:xfrm>
            <a:custGeom>
              <a:avLst/>
              <a:gdLst/>
              <a:ahLst/>
              <a:cxnLst/>
              <a:rect r="r" b="b" t="t" l="l"/>
              <a:pathLst>
                <a:path h="695325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695325"/>
                  </a:lnTo>
                  <a:lnTo>
                    <a:pt x="0" y="695325"/>
                  </a:lnTo>
                  <a:close/>
                </a:path>
              </a:pathLst>
            </a:custGeom>
            <a:blipFill>
              <a:blip r:embed="rId17">
                <a:alphaModFix amt="0"/>
              </a:blip>
              <a:stretch>
                <a:fillRect l="-20955" t="0" r="-20955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2573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157412" y="3538537"/>
            <a:ext cx="4321969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Dessiner les formes de base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46360" y="3574256"/>
            <a:ext cx="17319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R (Rectangle)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992596" y="3574256"/>
            <a:ext cx="137181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O (Cercle)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678741" y="3574256"/>
            <a:ext cx="125193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L (Ligne)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43000" y="4864894"/>
            <a:ext cx="942975" cy="514350"/>
            <a:chOff x="0" y="0"/>
            <a:chExt cx="1257300" cy="685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57300" cy="685800"/>
            </a:xfrm>
            <a:custGeom>
              <a:avLst/>
              <a:gdLst/>
              <a:ahLst/>
              <a:cxnLst/>
              <a:rect r="r" b="b" t="t" l="l"/>
              <a:pathLst>
                <a:path h="6858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-20032" t="0" r="-20032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43000" y="4857750"/>
            <a:ext cx="942975" cy="521494"/>
            <a:chOff x="0" y="0"/>
            <a:chExt cx="1257300" cy="6953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57300" cy="695325"/>
            </a:xfrm>
            <a:custGeom>
              <a:avLst/>
              <a:gdLst/>
              <a:ahLst/>
              <a:cxnLst/>
              <a:rect r="r" b="b" t="t" l="l"/>
              <a:pathLst>
                <a:path h="695325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695325"/>
                  </a:lnTo>
                  <a:lnTo>
                    <a:pt x="0" y="695325"/>
                  </a:lnTo>
                  <a:close/>
                </a:path>
              </a:pathLst>
            </a:custGeom>
            <a:blipFill>
              <a:blip r:embed="rId17">
                <a:alphaModFix amt="0"/>
              </a:blip>
              <a:stretch>
                <a:fillRect l="-20955" t="0" r="-20955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12573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157412" y="4938713"/>
            <a:ext cx="5250656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Duplication et répétition parfaite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752614" y="4974431"/>
            <a:ext cx="17319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Alt + Glisser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798851" y="4974431"/>
            <a:ext cx="113183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Ctrl + D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143000" y="6265069"/>
            <a:ext cx="942975" cy="514350"/>
            <a:chOff x="0" y="0"/>
            <a:chExt cx="1257300" cy="685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57300" cy="685800"/>
            </a:xfrm>
            <a:custGeom>
              <a:avLst/>
              <a:gdLst/>
              <a:ahLst/>
              <a:cxnLst/>
              <a:rect r="r" b="b" t="t" l="l"/>
              <a:pathLst>
                <a:path h="6858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-20032" t="0" r="-20032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43000" y="6257925"/>
            <a:ext cx="942975" cy="521494"/>
            <a:chOff x="0" y="0"/>
            <a:chExt cx="1257300" cy="69532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57300" cy="695325"/>
            </a:xfrm>
            <a:custGeom>
              <a:avLst/>
              <a:gdLst/>
              <a:ahLst/>
              <a:cxnLst/>
              <a:rect r="r" b="b" t="t" l="l"/>
              <a:pathLst>
                <a:path h="695325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695325"/>
                  </a:lnTo>
                  <a:lnTo>
                    <a:pt x="0" y="695325"/>
                  </a:lnTo>
                  <a:close/>
                </a:path>
              </a:pathLst>
            </a:custGeom>
            <a:blipFill>
              <a:blip r:embed="rId17">
                <a:alphaModFix amt="0"/>
              </a:blip>
              <a:stretch>
                <a:fillRect l="-20955" t="0" r="-20955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2573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157412" y="6338887"/>
            <a:ext cx="4500562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Créer un masque d'écrêtage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143000" y="7665244"/>
            <a:ext cx="942975" cy="514350"/>
            <a:chOff x="0" y="0"/>
            <a:chExt cx="1257300" cy="685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57300" cy="685800"/>
            </a:xfrm>
            <a:custGeom>
              <a:avLst/>
              <a:gdLst/>
              <a:ahLst/>
              <a:cxnLst/>
              <a:rect r="r" b="b" t="t" l="l"/>
              <a:pathLst>
                <a:path h="6858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-20032" t="0" r="-20032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43000" y="7658100"/>
            <a:ext cx="942975" cy="521494"/>
            <a:chOff x="0" y="0"/>
            <a:chExt cx="1257300" cy="69532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57300" cy="695325"/>
            </a:xfrm>
            <a:custGeom>
              <a:avLst/>
              <a:gdLst/>
              <a:ahLst/>
              <a:cxnLst/>
              <a:rect r="r" b="b" t="t" l="l"/>
              <a:pathLst>
                <a:path h="695325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695325"/>
                  </a:lnTo>
                  <a:lnTo>
                    <a:pt x="0" y="695325"/>
                  </a:lnTo>
                  <a:close/>
                </a:path>
              </a:pathLst>
            </a:custGeom>
            <a:blipFill>
              <a:blip r:embed="rId17">
                <a:alphaModFix amt="0"/>
              </a:blip>
              <a:stretch>
                <a:fillRect l="-20955" t="0" r="-20955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12573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2157412" y="7739063"/>
            <a:ext cx="4697016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Changement d'échelle global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32997" y="6883003"/>
            <a:ext cx="4622006" cy="692944"/>
          </a:xfrm>
          <a:custGeom>
            <a:avLst/>
            <a:gdLst/>
            <a:ahLst/>
            <a:cxnLst/>
            <a:rect r="r" b="b" t="t" l="l"/>
            <a:pathLst>
              <a:path h="692944" w="4622006">
                <a:moveTo>
                  <a:pt x="0" y="0"/>
                </a:moveTo>
                <a:lnTo>
                  <a:pt x="4622006" y="0"/>
                </a:lnTo>
                <a:lnTo>
                  <a:pt x="4622006" y="692944"/>
                </a:lnTo>
                <a:lnTo>
                  <a:pt x="0" y="6929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01075" y="2736056"/>
            <a:ext cx="1085850" cy="1085850"/>
            <a:chOff x="0" y="0"/>
            <a:chExt cx="1447800" cy="1447800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1447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7" r="0" b="-657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822531" y="3021806"/>
            <a:ext cx="642938" cy="514350"/>
            <a:chOff x="0" y="0"/>
            <a:chExt cx="857250" cy="68580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857250" cy="685800"/>
            </a:xfrm>
            <a:custGeom>
              <a:avLst/>
              <a:gdLst/>
              <a:ahLst/>
              <a:cxnLst/>
              <a:rect r="r" b="b" t="t" l="l"/>
              <a:pathLst>
                <a:path h="685800" w="857250">
                  <a:moveTo>
                    <a:pt x="0" y="0"/>
                  </a:moveTo>
                  <a:lnTo>
                    <a:pt x="857250" y="0"/>
                  </a:lnTo>
                  <a:lnTo>
                    <a:pt x="8572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2" r="0" b="-27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646312" y="4145756"/>
            <a:ext cx="1299537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58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Merci pour votre attention 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29000" y="5279231"/>
            <a:ext cx="114300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2"/>
              </a:lnSpc>
            </a:pPr>
            <a:r>
              <a:rPr lang="en-US" sz="2475" b="true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Avez-vous des questions sur les formes, alignements, masques ou formulaires Figma 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29400" y="7012781"/>
            <a:ext cx="5029200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Groupe 2 — Atelier Pratique Figma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DAHWaaMLSuw</dc:identifier>
  <dcterms:modified xsi:type="dcterms:W3CDTF">2011-08-01T06:04:30Z</dcterms:modified>
  <cp:revision>1</cp:revision>
  <dc:title>Manipulation des formes</dc:title>
</cp:coreProperties>
</file>